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Lst>
  <p:sldSz cx="51206400" cy="38404800"/>
  <p:notesSz cx="7010400" cy="9296400"/>
  <p:defaultTextStyle>
    <a:defPPr>
      <a:defRPr lang="en-US"/>
    </a:defPPr>
    <a:lvl1pPr algn="ctr" rtl="0" fontAlgn="base">
      <a:spcBef>
        <a:spcPct val="0"/>
      </a:spcBef>
      <a:spcAft>
        <a:spcPct val="0"/>
      </a:spcAft>
      <a:defRPr sz="17238" kern="1200">
        <a:solidFill>
          <a:schemeClr val="tx1"/>
        </a:solidFill>
        <a:latin typeface="Arial" panose="020B0604020202020204" pitchFamily="34" charset="0"/>
        <a:ea typeface="+mn-ea"/>
        <a:cs typeface="+mn-cs"/>
      </a:defRPr>
    </a:lvl1pPr>
    <a:lvl2pPr marL="1083113" indent="-371601" algn="ctr" rtl="0" fontAlgn="base">
      <a:spcBef>
        <a:spcPct val="0"/>
      </a:spcBef>
      <a:spcAft>
        <a:spcPct val="0"/>
      </a:spcAft>
      <a:defRPr sz="17238" kern="1200">
        <a:solidFill>
          <a:schemeClr val="tx1"/>
        </a:solidFill>
        <a:latin typeface="Arial" panose="020B0604020202020204" pitchFamily="34" charset="0"/>
        <a:ea typeface="+mn-ea"/>
        <a:cs typeface="+mn-cs"/>
      </a:defRPr>
    </a:lvl2pPr>
    <a:lvl3pPr marL="2169106" indent="-746081" algn="ctr" rtl="0" fontAlgn="base">
      <a:spcBef>
        <a:spcPct val="0"/>
      </a:spcBef>
      <a:spcAft>
        <a:spcPct val="0"/>
      </a:spcAft>
      <a:defRPr sz="17238" kern="1200">
        <a:solidFill>
          <a:schemeClr val="tx1"/>
        </a:solidFill>
        <a:latin typeface="Arial" panose="020B0604020202020204" pitchFamily="34" charset="0"/>
        <a:ea typeface="+mn-ea"/>
        <a:cs typeface="+mn-cs"/>
      </a:defRPr>
    </a:lvl3pPr>
    <a:lvl4pPr marL="3255099" indent="-1120561" algn="ctr" rtl="0" fontAlgn="base">
      <a:spcBef>
        <a:spcPct val="0"/>
      </a:spcBef>
      <a:spcAft>
        <a:spcPct val="0"/>
      </a:spcAft>
      <a:defRPr sz="17238" kern="1200">
        <a:solidFill>
          <a:schemeClr val="tx1"/>
        </a:solidFill>
        <a:latin typeface="Arial" panose="020B0604020202020204" pitchFamily="34" charset="0"/>
        <a:ea typeface="+mn-ea"/>
        <a:cs typeface="+mn-cs"/>
      </a:defRPr>
    </a:lvl4pPr>
    <a:lvl5pPr marL="4341091" indent="-1497920" algn="ctr" rtl="0" fontAlgn="base">
      <a:spcBef>
        <a:spcPct val="0"/>
      </a:spcBef>
      <a:spcAft>
        <a:spcPct val="0"/>
      </a:spcAft>
      <a:defRPr sz="17238" kern="1200">
        <a:solidFill>
          <a:schemeClr val="tx1"/>
        </a:solidFill>
        <a:latin typeface="Arial" panose="020B0604020202020204" pitchFamily="34" charset="0"/>
        <a:ea typeface="+mn-ea"/>
        <a:cs typeface="+mn-cs"/>
      </a:defRPr>
    </a:lvl5pPr>
    <a:lvl6pPr marL="4148090" algn="l" defTabSz="1659236" rtl="0" eaLnBrk="1" latinLnBrk="0" hangingPunct="1">
      <a:defRPr sz="17238" kern="1200">
        <a:solidFill>
          <a:schemeClr val="tx1"/>
        </a:solidFill>
        <a:latin typeface="Arial" panose="020B0604020202020204" pitchFamily="34" charset="0"/>
        <a:ea typeface="+mn-ea"/>
        <a:cs typeface="+mn-cs"/>
      </a:defRPr>
    </a:lvl6pPr>
    <a:lvl7pPr marL="4977706" algn="l" defTabSz="1659236" rtl="0" eaLnBrk="1" latinLnBrk="0" hangingPunct="1">
      <a:defRPr sz="17238" kern="1200">
        <a:solidFill>
          <a:schemeClr val="tx1"/>
        </a:solidFill>
        <a:latin typeface="Arial" panose="020B0604020202020204" pitchFamily="34" charset="0"/>
        <a:ea typeface="+mn-ea"/>
        <a:cs typeface="+mn-cs"/>
      </a:defRPr>
    </a:lvl7pPr>
    <a:lvl8pPr marL="5807325" algn="l" defTabSz="1659236" rtl="0" eaLnBrk="1" latinLnBrk="0" hangingPunct="1">
      <a:defRPr sz="17238" kern="1200">
        <a:solidFill>
          <a:schemeClr val="tx1"/>
        </a:solidFill>
        <a:latin typeface="Arial" panose="020B0604020202020204" pitchFamily="34" charset="0"/>
        <a:ea typeface="+mn-ea"/>
        <a:cs typeface="+mn-cs"/>
      </a:defRPr>
    </a:lvl8pPr>
    <a:lvl9pPr marL="6636942" algn="l" defTabSz="1659236" rtl="0" eaLnBrk="1" latinLnBrk="0" hangingPunct="1">
      <a:defRPr sz="17238"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2096" userDrawn="1">
          <p15:clr>
            <a:srgbClr val="A4A3A4"/>
          </p15:clr>
        </p15:guide>
        <p15:guide id="2" pos="1612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C9CD71A-9C97-5732-E3F3-CAF6B7325BB5}" name="AMITHA DOMALPALLY" initials="AD" userId="AMITHA DOMALPALLY" providerId="None"/>
  <p188:author id="{1B516743-B4C0-430A-B181-0321A832933B}" name="Nancy Barrett" initials="NB" userId="S-1-5-21-1547161642-448539723-725345543-19196" providerId="AD"/>
  <p188:author id="{DAF573FA-31F9-7F45-0199-1EF651F72774}" name="ROHIT BALAJI" initials="RB" userId="S::rbalaji2@wisc.edu::09dbe9cd-a89b-48c6-aeaf-10a5c2de85d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1ECFF"/>
    <a:srgbClr val="007FDE"/>
    <a:srgbClr val="5DD5FF"/>
    <a:srgbClr val="79DCFF"/>
    <a:srgbClr val="7DAFFC"/>
    <a:srgbClr val="FFFF66"/>
    <a:srgbClr val="FFFF99"/>
    <a:srgbClr val="A0C2FA"/>
    <a:srgbClr val="297C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779" autoAdjust="0"/>
    <p:restoredTop sz="99392" autoAdjust="0"/>
  </p:normalViewPr>
  <p:slideViewPr>
    <p:cSldViewPr>
      <p:cViewPr varScale="1">
        <p:scale>
          <a:sx n="20" d="100"/>
          <a:sy n="20" d="100"/>
        </p:scale>
        <p:origin x="1170" y="84"/>
      </p:cViewPr>
      <p:guideLst>
        <p:guide orient="horz" pos="12096"/>
        <p:guide pos="16128"/>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tableStyles" Target="tableStyles.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879A7F7E-F69B-4938-95CF-50A4F4D08E27}" authorId="{DAF573FA-31F9-7F45-0199-1EF651F72774}" created="2023-04-17T19:51:26.326">
    <ac:deMkLst xmlns:ac="http://schemas.microsoft.com/office/drawing/2013/main/command">
      <pc:docMk xmlns:pc="http://schemas.microsoft.com/office/powerpoint/2013/main/command"/>
      <pc:sldMk xmlns:pc="http://schemas.microsoft.com/office/powerpoint/2013/main/command" cId="0" sldId="256"/>
      <ac:spMk id="5" creationId="{9101AFE9-079D-EC9C-F0D0-70B75007DF72}"/>
    </ac:deMkLst>
    <p188:txBody>
      <a:bodyPr/>
      <a:lstStyle/>
      <a:p>
        <a:r>
          <a:rPr lang="en-US"/>
          <a:t>Increase font size</a:t>
        </a:r>
      </a:p>
    </p188:txBody>
  </p188:cm>
  <p188:cm id="{CF009118-7394-4D74-91A8-E292A80CEA8E}" authorId="{DAF573FA-31F9-7F45-0199-1EF651F72774}" created="2023-04-17T19:53:00.833">
    <ac:deMkLst xmlns:ac="http://schemas.microsoft.com/office/drawing/2013/main/command">
      <pc:docMk xmlns:pc="http://schemas.microsoft.com/office/powerpoint/2013/main/command"/>
      <pc:sldMk xmlns:pc="http://schemas.microsoft.com/office/powerpoint/2013/main/command" cId="0" sldId="256"/>
      <ac:spMk id="12" creationId="{044DC4D2-1664-B457-88AB-6443E83F6FB1}"/>
    </ac:deMkLst>
    <p188:txBody>
      <a:bodyPr/>
      <a:lstStyle/>
      <a:p>
        <a:r>
          <a:rPr lang="en-US"/>
          <a:t>Label figure caption with number Fig 1 2 3 etc under the figure</a:t>
        </a:r>
      </a:p>
    </p188:txBody>
  </p188:cm>
  <p188:cm id="{6CBA3AD3-75AE-4062-BD51-24E5738D122D}" authorId="{DAF573FA-31F9-7F45-0199-1EF651F72774}" created="2023-04-17T19:55:28.903">
    <ac:txMkLst xmlns:ac="http://schemas.microsoft.com/office/drawing/2013/main/command">
      <pc:docMk xmlns:pc="http://schemas.microsoft.com/office/powerpoint/2013/main/command"/>
      <pc:sldMk xmlns:pc="http://schemas.microsoft.com/office/powerpoint/2013/main/command" cId="0" sldId="256"/>
      <ac:spMk id="6" creationId="{6C04A2AF-4F0E-95D3-609A-2640BEC2B66B}"/>
      <ac:txMk cp="617" len="3">
        <ac:context len="829" hash="2792853281"/>
      </ac:txMk>
    </ac:txMkLst>
    <p188:pos x="5490413" y="15762419"/>
    <p188:txBody>
      <a:bodyPr/>
      <a:lstStyle/>
      <a:p>
        <a:r>
          <a:rPr lang="en-US"/>
          <a:t>Might want to expand abbreviation since it's the first time it appears</a:t>
        </a:r>
      </a:p>
    </p188:txBody>
  </p188:cm>
  <p188:cm id="{0EAD11F5-E202-442B-A219-C61E907DE8A5}" authorId="{DAF573FA-31F9-7F45-0199-1EF651F72774}" created="2023-04-17T19:55:58.777">
    <ac:deMkLst xmlns:ac="http://schemas.microsoft.com/office/drawing/2013/main/command">
      <pc:docMk xmlns:pc="http://schemas.microsoft.com/office/powerpoint/2013/main/command"/>
      <pc:sldMk xmlns:pc="http://schemas.microsoft.com/office/powerpoint/2013/main/command" cId="0" sldId="256"/>
      <ac:graphicFrameMk id="21" creationId="{DBCF55C7-7F4B-A106-043E-220686512131}"/>
    </ac:deMkLst>
    <p188:txBody>
      <a:bodyPr/>
      <a:lstStyle/>
      <a:p>
        <a:r>
          <a:rPr lang="en-US"/>
          <a:t>Add table caption above table</a:t>
        </a:r>
      </a:p>
    </p188:txBody>
  </p188:cm>
  <p188:cm id="{EC47A009-5CF8-4120-B5A7-F7A5FD97BFFD}" authorId="{DAF573FA-31F9-7F45-0199-1EF651F72774}" created="2023-04-17T19:57:06.986">
    <ac:deMkLst xmlns:ac="http://schemas.microsoft.com/office/drawing/2013/main/command">
      <pc:docMk xmlns:pc="http://schemas.microsoft.com/office/powerpoint/2013/main/command"/>
      <pc:sldMk xmlns:pc="http://schemas.microsoft.com/office/powerpoint/2013/main/command" cId="0" sldId="256"/>
      <ac:picMk id="4" creationId="{1AFAB2EE-7720-0DB9-5BD9-6BC73275D9C5}"/>
    </ac:deMkLst>
    <p188:txBody>
      <a:bodyPr/>
      <a:lstStyle/>
      <a:p>
        <a:r>
          <a:rPr lang="en-US"/>
          <a:t>Increase image size and put caption under figure to get rid of the gray space </a:t>
        </a:r>
      </a:p>
    </p188:txBody>
  </p188:cm>
  <p188:cm id="{39B6D6A7-5FE5-4D2C-A0FC-BB377F5E5097}" authorId="{DAF573FA-31F9-7F45-0199-1EF651F72774}" created="2023-04-17T19:59:09.338">
    <ac:deMkLst xmlns:ac="http://schemas.microsoft.com/office/drawing/2013/main/command">
      <pc:docMk xmlns:pc="http://schemas.microsoft.com/office/powerpoint/2013/main/command"/>
      <pc:sldMk xmlns:pc="http://schemas.microsoft.com/office/powerpoint/2013/main/command" cId="0" sldId="256"/>
      <ac:picMk id="18" creationId="{C213009B-824E-76ED-F110-A9059C1B7BCE}"/>
    </ac:deMkLst>
    <p188:txBody>
      <a:bodyPr/>
      <a:lstStyle/>
      <a:p>
        <a:r>
          <a:rPr lang="en-US"/>
          <a:t>Increase both figure sizes if possible and add captions under figures</a:t>
        </a:r>
      </a:p>
    </p188:txBody>
  </p188:cm>
  <p188:cm id="{017FC91D-0726-4291-8632-B4F0DDC2E2B0}" authorId="{DAF573FA-31F9-7F45-0199-1EF651F72774}" created="2023-04-17T19:59:56.582">
    <ac:deMkLst xmlns:ac="http://schemas.microsoft.com/office/drawing/2013/main/command">
      <pc:docMk xmlns:pc="http://schemas.microsoft.com/office/powerpoint/2013/main/command"/>
      <pc:sldMk xmlns:pc="http://schemas.microsoft.com/office/powerpoint/2013/main/command" cId="0" sldId="256"/>
      <ac:spMk id="2055" creationId="{59B77B4B-609E-4C75-8E0D-1ED5A0BDA4AF}"/>
    </ac:deMkLst>
    <p188:txBody>
      <a:bodyPr/>
      <a:lstStyle/>
      <a:p>
        <a:r>
          <a:rPr lang="en-US"/>
          <a:t>Don't forget to edit for your poster</a:t>
        </a:r>
      </a:p>
    </p188:txBody>
  </p188:cm>
  <p188:cm id="{7DAEA129-5CA0-4BBC-A791-4CE300DE8CAB}" authorId="{DAF573FA-31F9-7F45-0199-1EF651F72774}" created="2023-04-17T20:01:44.495">
    <ac:deMkLst xmlns:ac="http://schemas.microsoft.com/office/drawing/2013/main/command">
      <pc:docMk xmlns:pc="http://schemas.microsoft.com/office/powerpoint/2013/main/command"/>
      <pc:sldMk xmlns:pc="http://schemas.microsoft.com/office/powerpoint/2013/main/command" cId="0" sldId="256"/>
      <ac:spMk id="30" creationId="{B1F283CC-9B0A-2FC6-93CF-AC7B72C68B1A}"/>
    </ac:deMkLst>
    <p188:txBody>
      <a:bodyPr/>
      <a:lstStyle/>
      <a:p>
        <a:r>
          <a:rPr lang="en-US"/>
          <a:t>Increase font size</a:t>
        </a:r>
      </a:p>
    </p188:txBody>
  </p188:cm>
  <p188:cm id="{C90064C2-D919-4FBB-AB74-C62DD63891B6}" authorId="{DAF573FA-31F9-7F45-0199-1EF651F72774}" created="2023-04-17T20:01:58.243">
    <ac:deMkLst xmlns:ac="http://schemas.microsoft.com/office/drawing/2013/main/command">
      <pc:docMk xmlns:pc="http://schemas.microsoft.com/office/powerpoint/2013/main/command"/>
      <pc:sldMk xmlns:pc="http://schemas.microsoft.com/office/powerpoint/2013/main/command" cId="0" sldId="256"/>
      <ac:spMk id="29" creationId="{5416DFB5-92C9-BF1F-420B-5F6B0DE4F284}"/>
    </ac:deMkLst>
    <p188:txBody>
      <a:bodyPr/>
      <a:lstStyle/>
      <a:p>
        <a:r>
          <a:rPr lang="en-US"/>
          <a:t>Increase font size</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41562" y="11931796"/>
            <a:ext cx="43523285" cy="8231333"/>
          </a:xfrm>
        </p:spPr>
        <p:txBody>
          <a:bodyPr/>
          <a:lstStyle/>
          <a:p>
            <a:r>
              <a:rPr lang="en-US"/>
              <a:t>Click to edit Master title style</a:t>
            </a:r>
          </a:p>
        </p:txBody>
      </p:sp>
      <p:sp>
        <p:nvSpPr>
          <p:cNvPr id="3" name="Subtitle 2"/>
          <p:cNvSpPr>
            <a:spLocks noGrp="1"/>
          </p:cNvSpPr>
          <p:nvPr>
            <p:ph type="subTitle" idx="1"/>
          </p:nvPr>
        </p:nvSpPr>
        <p:spPr>
          <a:xfrm>
            <a:off x="7680426" y="21763333"/>
            <a:ext cx="35845559" cy="9813348"/>
          </a:xfrm>
        </p:spPr>
        <p:txBody>
          <a:bodyPr/>
          <a:lstStyle>
            <a:lvl1pPr marL="0" indent="0" algn="ctr">
              <a:buNone/>
              <a:defRPr/>
            </a:lvl1pPr>
            <a:lvl2pPr marL="598484" indent="0" algn="ctr">
              <a:buNone/>
              <a:defRPr/>
            </a:lvl2pPr>
            <a:lvl3pPr marL="1196965" indent="0" algn="ctr">
              <a:buNone/>
              <a:defRPr/>
            </a:lvl3pPr>
            <a:lvl4pPr marL="1795448" indent="0" algn="ctr">
              <a:buNone/>
              <a:defRPr/>
            </a:lvl4pPr>
            <a:lvl5pPr marL="2393929" indent="0" algn="ctr">
              <a:buNone/>
              <a:defRPr/>
            </a:lvl5pPr>
            <a:lvl6pPr marL="2992412" indent="0" algn="ctr">
              <a:buNone/>
              <a:defRPr/>
            </a:lvl6pPr>
            <a:lvl7pPr marL="3590896" indent="0" algn="ctr">
              <a:buNone/>
              <a:defRPr/>
            </a:lvl7pPr>
            <a:lvl8pPr marL="4189379" indent="0" algn="ctr">
              <a:buNone/>
              <a:defRPr/>
            </a:lvl8pPr>
            <a:lvl9pPr marL="4787862"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5D101756-BFEA-4F8C-9C26-CA062D2F305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039649E-7DF3-4C29-B799-7F70F5E8BBF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5A2AEE0-D6EF-4479-979B-3D2DD515D6DE}"/>
              </a:ext>
            </a:extLst>
          </p:cNvPr>
          <p:cNvSpPr>
            <a:spLocks noGrp="1" noChangeArrowheads="1"/>
          </p:cNvSpPr>
          <p:nvPr>
            <p:ph type="sldNum" sz="quarter" idx="12"/>
          </p:nvPr>
        </p:nvSpPr>
        <p:spPr>
          <a:ln/>
        </p:spPr>
        <p:txBody>
          <a:bodyPr/>
          <a:lstStyle>
            <a:lvl1pPr>
              <a:defRPr/>
            </a:lvl1pPr>
          </a:lstStyle>
          <a:p>
            <a:fld id="{8169CFCB-FF0E-4178-8C2A-798909F920B3}" type="slidenum">
              <a:rPr lang="en-US" altLang="en-US"/>
              <a:pPr/>
              <a:t>‹#›</a:t>
            </a:fld>
            <a:endParaRPr lang="en-US" altLang="en-US"/>
          </a:p>
        </p:txBody>
      </p:sp>
    </p:spTree>
    <p:extLst>
      <p:ext uri="{BB962C8B-B14F-4D97-AF65-F5344CB8AC3E}">
        <p14:creationId xmlns:p14="http://schemas.microsoft.com/office/powerpoint/2010/main" val="2716175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B1FAEB6-F864-4897-8585-B0EDDEBC55D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72AFE4F-EB64-4077-A78C-EC042FA7338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754CF93-73AA-401C-A22F-BE0DCC73BE49}"/>
              </a:ext>
            </a:extLst>
          </p:cNvPr>
          <p:cNvSpPr>
            <a:spLocks noGrp="1" noChangeArrowheads="1"/>
          </p:cNvSpPr>
          <p:nvPr>
            <p:ph type="sldNum" sz="quarter" idx="12"/>
          </p:nvPr>
        </p:nvSpPr>
        <p:spPr>
          <a:ln/>
        </p:spPr>
        <p:txBody>
          <a:bodyPr/>
          <a:lstStyle>
            <a:lvl1pPr>
              <a:defRPr/>
            </a:lvl1pPr>
          </a:lstStyle>
          <a:p>
            <a:fld id="{32C86699-6F1D-478B-BBF2-891FED43C588}" type="slidenum">
              <a:rPr lang="en-US" altLang="en-US"/>
              <a:pPr/>
              <a:t>‹#›</a:t>
            </a:fld>
            <a:endParaRPr lang="en-US" altLang="en-US"/>
          </a:p>
        </p:txBody>
      </p:sp>
    </p:spTree>
    <p:extLst>
      <p:ext uri="{BB962C8B-B14F-4D97-AF65-F5344CB8AC3E}">
        <p14:creationId xmlns:p14="http://schemas.microsoft.com/office/powerpoint/2010/main" val="1610758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046300" y="24678845"/>
            <a:ext cx="43523285" cy="7628227"/>
          </a:xfrm>
        </p:spPr>
        <p:txBody>
          <a:bodyPr anchor="t"/>
          <a:lstStyle>
            <a:lvl1pPr algn="l">
              <a:defRPr sz="5201" b="1" cap="all"/>
            </a:lvl1pPr>
          </a:lstStyle>
          <a:p>
            <a:r>
              <a:rPr lang="en-US"/>
              <a:t>Click to edit Master title style</a:t>
            </a:r>
          </a:p>
        </p:txBody>
      </p:sp>
      <p:sp>
        <p:nvSpPr>
          <p:cNvPr id="3" name="Text Placeholder 2"/>
          <p:cNvSpPr>
            <a:spLocks noGrp="1"/>
          </p:cNvSpPr>
          <p:nvPr>
            <p:ph type="body" idx="1"/>
          </p:nvPr>
        </p:nvSpPr>
        <p:spPr>
          <a:xfrm>
            <a:off x="4046300" y="16277793"/>
            <a:ext cx="43523285" cy="8401051"/>
          </a:xfrm>
        </p:spPr>
        <p:txBody>
          <a:bodyPr anchor="b"/>
          <a:lstStyle>
            <a:lvl1pPr marL="0" indent="0">
              <a:buNone/>
              <a:defRPr sz="2700"/>
            </a:lvl1pPr>
            <a:lvl2pPr marL="598484" indent="0">
              <a:buNone/>
              <a:defRPr sz="2300"/>
            </a:lvl2pPr>
            <a:lvl3pPr marL="1196965" indent="0">
              <a:buNone/>
              <a:defRPr sz="2100"/>
            </a:lvl3pPr>
            <a:lvl4pPr marL="1795448" indent="0">
              <a:buNone/>
              <a:defRPr sz="1800"/>
            </a:lvl4pPr>
            <a:lvl5pPr marL="2393929" indent="0">
              <a:buNone/>
              <a:defRPr sz="1800"/>
            </a:lvl5pPr>
            <a:lvl6pPr marL="2992412" indent="0">
              <a:buNone/>
              <a:defRPr sz="1800"/>
            </a:lvl6pPr>
            <a:lvl7pPr marL="3590896" indent="0">
              <a:buNone/>
              <a:defRPr sz="1800"/>
            </a:lvl7pPr>
            <a:lvl8pPr marL="4189379" indent="0">
              <a:buNone/>
              <a:defRPr sz="1800"/>
            </a:lvl8pPr>
            <a:lvl9pPr marL="4787862" indent="0">
              <a:buNone/>
              <a:defRPr sz="1800"/>
            </a:lvl9pPr>
          </a:lstStyle>
          <a:p>
            <a:pPr lvl="0"/>
            <a:r>
              <a:rPr lang="en-US"/>
              <a:t>Click to edit Master text styles</a:t>
            </a:r>
          </a:p>
        </p:txBody>
      </p:sp>
      <p:sp>
        <p:nvSpPr>
          <p:cNvPr id="4" name="Rectangle 4">
            <a:extLst>
              <a:ext uri="{FF2B5EF4-FFF2-40B4-BE49-F238E27FC236}">
                <a16:creationId xmlns:a16="http://schemas.microsoft.com/office/drawing/2014/main" id="{898AA411-C4A2-46AB-9212-1F69468AE81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CA1FF49-629E-4C55-A152-E3E5721E7C9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DE738A1-7589-4BE7-8643-3F39DF9E7BF3}"/>
              </a:ext>
            </a:extLst>
          </p:cNvPr>
          <p:cNvSpPr>
            <a:spLocks noGrp="1" noChangeArrowheads="1"/>
          </p:cNvSpPr>
          <p:nvPr>
            <p:ph type="sldNum" sz="quarter" idx="12"/>
          </p:nvPr>
        </p:nvSpPr>
        <p:spPr>
          <a:ln/>
        </p:spPr>
        <p:txBody>
          <a:bodyPr/>
          <a:lstStyle>
            <a:lvl1pPr>
              <a:defRPr/>
            </a:lvl1pPr>
          </a:lstStyle>
          <a:p>
            <a:fld id="{F5C57C2C-0395-4298-9EE4-AFED56D4C099}" type="slidenum">
              <a:rPr lang="en-US" altLang="en-US"/>
              <a:pPr/>
              <a:t>‹#›</a:t>
            </a:fld>
            <a:endParaRPr lang="en-US" altLang="en-US"/>
          </a:p>
        </p:txBody>
      </p:sp>
    </p:spTree>
    <p:extLst>
      <p:ext uri="{BB962C8B-B14F-4D97-AF65-F5344CB8AC3E}">
        <p14:creationId xmlns:p14="http://schemas.microsoft.com/office/powerpoint/2010/main" val="3654630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59245" y="8961734"/>
            <a:ext cx="22914648" cy="25342561"/>
          </a:xfrm>
        </p:spPr>
        <p:txBody>
          <a:bodyPr/>
          <a:lstStyle>
            <a:lvl1pPr>
              <a:defRPr sz="3701"/>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5732512" y="8961734"/>
            <a:ext cx="22914648" cy="25342561"/>
          </a:xfrm>
        </p:spPr>
        <p:txBody>
          <a:bodyPr/>
          <a:lstStyle>
            <a:lvl1pPr>
              <a:defRPr sz="3701"/>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01BD5D7-DE78-42A2-99F3-8BC3ACF22D2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055A092-C45D-4A0B-BB7C-CCBCEBF705B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6A71B46-7380-4223-A660-0F033D6E4586}"/>
              </a:ext>
            </a:extLst>
          </p:cNvPr>
          <p:cNvSpPr>
            <a:spLocks noGrp="1" noChangeArrowheads="1"/>
          </p:cNvSpPr>
          <p:nvPr>
            <p:ph type="sldNum" sz="quarter" idx="12"/>
          </p:nvPr>
        </p:nvSpPr>
        <p:spPr>
          <a:ln/>
        </p:spPr>
        <p:txBody>
          <a:bodyPr/>
          <a:lstStyle>
            <a:lvl1pPr>
              <a:defRPr/>
            </a:lvl1pPr>
          </a:lstStyle>
          <a:p>
            <a:fld id="{C391DBAD-57CD-4795-A019-ED8BEF18F3A5}" type="slidenum">
              <a:rPr lang="en-US" altLang="en-US"/>
              <a:pPr/>
              <a:t>‹#›</a:t>
            </a:fld>
            <a:endParaRPr lang="en-US" altLang="en-US"/>
          </a:p>
        </p:txBody>
      </p:sp>
    </p:spTree>
    <p:extLst>
      <p:ext uri="{BB962C8B-B14F-4D97-AF65-F5344CB8AC3E}">
        <p14:creationId xmlns:p14="http://schemas.microsoft.com/office/powerpoint/2010/main" val="158314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59247" y="1536557"/>
            <a:ext cx="46087915" cy="64008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559246" y="8598048"/>
            <a:ext cx="22626399" cy="3582267"/>
          </a:xfrm>
        </p:spPr>
        <p:txBody>
          <a:bodyPr anchor="b"/>
          <a:lstStyle>
            <a:lvl1pPr marL="0" indent="0">
              <a:buNone/>
              <a:defRPr sz="3200" b="1"/>
            </a:lvl1pPr>
            <a:lvl2pPr marL="598484" indent="0">
              <a:buNone/>
              <a:defRPr sz="2700" b="1"/>
            </a:lvl2pPr>
            <a:lvl3pPr marL="1196965" indent="0">
              <a:buNone/>
              <a:defRPr sz="2300" b="1"/>
            </a:lvl3pPr>
            <a:lvl4pPr marL="1795448" indent="0">
              <a:buNone/>
              <a:defRPr sz="2100" b="1"/>
            </a:lvl4pPr>
            <a:lvl5pPr marL="2393929" indent="0">
              <a:buNone/>
              <a:defRPr sz="2100" b="1"/>
            </a:lvl5pPr>
            <a:lvl6pPr marL="2992412" indent="0">
              <a:buNone/>
              <a:defRPr sz="2100" b="1"/>
            </a:lvl6pPr>
            <a:lvl7pPr marL="3590896" indent="0">
              <a:buNone/>
              <a:defRPr sz="2100" b="1"/>
            </a:lvl7pPr>
            <a:lvl8pPr marL="4189379" indent="0">
              <a:buNone/>
              <a:defRPr sz="2100" b="1"/>
            </a:lvl8pPr>
            <a:lvl9pPr marL="4787862" indent="0">
              <a:buNone/>
              <a:defRPr sz="2100" b="1"/>
            </a:lvl9pPr>
          </a:lstStyle>
          <a:p>
            <a:pPr lvl="0"/>
            <a:r>
              <a:rPr lang="en-US"/>
              <a:t>Click to edit Master text styles</a:t>
            </a:r>
          </a:p>
        </p:txBody>
      </p:sp>
      <p:sp>
        <p:nvSpPr>
          <p:cNvPr id="4" name="Content Placeholder 3"/>
          <p:cNvSpPr>
            <a:spLocks noGrp="1"/>
          </p:cNvSpPr>
          <p:nvPr>
            <p:ph sz="half" idx="2"/>
          </p:nvPr>
        </p:nvSpPr>
        <p:spPr>
          <a:xfrm>
            <a:off x="2559246" y="12180315"/>
            <a:ext cx="22626399" cy="22127007"/>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6012682" y="8598048"/>
            <a:ext cx="22634479" cy="3582267"/>
          </a:xfrm>
        </p:spPr>
        <p:txBody>
          <a:bodyPr anchor="b"/>
          <a:lstStyle>
            <a:lvl1pPr marL="0" indent="0">
              <a:buNone/>
              <a:defRPr sz="3200" b="1"/>
            </a:lvl1pPr>
            <a:lvl2pPr marL="598484" indent="0">
              <a:buNone/>
              <a:defRPr sz="2700" b="1"/>
            </a:lvl2pPr>
            <a:lvl3pPr marL="1196965" indent="0">
              <a:buNone/>
              <a:defRPr sz="2300" b="1"/>
            </a:lvl3pPr>
            <a:lvl4pPr marL="1795448" indent="0">
              <a:buNone/>
              <a:defRPr sz="2100" b="1"/>
            </a:lvl4pPr>
            <a:lvl5pPr marL="2393929" indent="0">
              <a:buNone/>
              <a:defRPr sz="2100" b="1"/>
            </a:lvl5pPr>
            <a:lvl6pPr marL="2992412" indent="0">
              <a:buNone/>
              <a:defRPr sz="2100" b="1"/>
            </a:lvl6pPr>
            <a:lvl7pPr marL="3590896" indent="0">
              <a:buNone/>
              <a:defRPr sz="2100" b="1"/>
            </a:lvl7pPr>
            <a:lvl8pPr marL="4189379" indent="0">
              <a:buNone/>
              <a:defRPr sz="2100" b="1"/>
            </a:lvl8pPr>
            <a:lvl9pPr marL="4787862" indent="0">
              <a:buNone/>
              <a:defRPr sz="2100" b="1"/>
            </a:lvl9pPr>
          </a:lstStyle>
          <a:p>
            <a:pPr lvl="0"/>
            <a:r>
              <a:rPr lang="en-US"/>
              <a:t>Click to edit Master text styles</a:t>
            </a:r>
          </a:p>
        </p:txBody>
      </p:sp>
      <p:sp>
        <p:nvSpPr>
          <p:cNvPr id="6" name="Content Placeholder 5"/>
          <p:cNvSpPr>
            <a:spLocks noGrp="1"/>
          </p:cNvSpPr>
          <p:nvPr>
            <p:ph sz="quarter" idx="4"/>
          </p:nvPr>
        </p:nvSpPr>
        <p:spPr>
          <a:xfrm>
            <a:off x="26012682" y="12180315"/>
            <a:ext cx="22634479" cy="22127007"/>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8423DB6F-9792-4C38-B250-325BACEB03A7}"/>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2BA47567-EF91-4F02-AA88-0433AADCDA3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98B60882-08F0-4BB2-890D-0A24F3B6AFCB}"/>
              </a:ext>
            </a:extLst>
          </p:cNvPr>
          <p:cNvSpPr>
            <a:spLocks noGrp="1" noChangeArrowheads="1"/>
          </p:cNvSpPr>
          <p:nvPr>
            <p:ph type="sldNum" sz="quarter" idx="12"/>
          </p:nvPr>
        </p:nvSpPr>
        <p:spPr>
          <a:ln/>
        </p:spPr>
        <p:txBody>
          <a:bodyPr/>
          <a:lstStyle>
            <a:lvl1pPr>
              <a:defRPr/>
            </a:lvl1pPr>
          </a:lstStyle>
          <a:p>
            <a:fld id="{EDFE3057-6ACD-4EF5-9097-50C359834690}" type="slidenum">
              <a:rPr lang="en-US" altLang="en-US"/>
              <a:pPr/>
              <a:t>‹#›</a:t>
            </a:fld>
            <a:endParaRPr lang="en-US" altLang="en-US"/>
          </a:p>
        </p:txBody>
      </p:sp>
    </p:spTree>
    <p:extLst>
      <p:ext uri="{BB962C8B-B14F-4D97-AF65-F5344CB8AC3E}">
        <p14:creationId xmlns:p14="http://schemas.microsoft.com/office/powerpoint/2010/main" val="450893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D52C5D9F-8ED6-4E0A-B073-3141BA424ED6}"/>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893626A8-7DF0-40F3-A146-9479CEE6BF3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0EEBF7B5-57D9-4DC8-A8BB-DE0C28345EB1}"/>
              </a:ext>
            </a:extLst>
          </p:cNvPr>
          <p:cNvSpPr>
            <a:spLocks noGrp="1" noChangeArrowheads="1"/>
          </p:cNvSpPr>
          <p:nvPr>
            <p:ph type="sldNum" sz="quarter" idx="12"/>
          </p:nvPr>
        </p:nvSpPr>
        <p:spPr>
          <a:ln/>
        </p:spPr>
        <p:txBody>
          <a:bodyPr/>
          <a:lstStyle>
            <a:lvl1pPr>
              <a:defRPr/>
            </a:lvl1pPr>
          </a:lstStyle>
          <a:p>
            <a:fld id="{F1B17DDE-E4E5-4375-93DC-F21A78B1B8F1}" type="slidenum">
              <a:rPr lang="en-US" altLang="en-US"/>
              <a:pPr/>
              <a:t>‹#›</a:t>
            </a:fld>
            <a:endParaRPr lang="en-US" altLang="en-US"/>
          </a:p>
        </p:txBody>
      </p:sp>
    </p:spTree>
    <p:extLst>
      <p:ext uri="{BB962C8B-B14F-4D97-AF65-F5344CB8AC3E}">
        <p14:creationId xmlns:p14="http://schemas.microsoft.com/office/powerpoint/2010/main" val="1056394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D8E3D3A-B34F-440C-ACB5-A9A21C19DDC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81C1D385-B58A-45A1-8179-5B5FB7B5932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30C40265-6DD3-4567-82E1-579FB5A59F18}"/>
              </a:ext>
            </a:extLst>
          </p:cNvPr>
          <p:cNvSpPr>
            <a:spLocks noGrp="1" noChangeArrowheads="1"/>
          </p:cNvSpPr>
          <p:nvPr>
            <p:ph type="sldNum" sz="quarter" idx="12"/>
          </p:nvPr>
        </p:nvSpPr>
        <p:spPr>
          <a:ln/>
        </p:spPr>
        <p:txBody>
          <a:bodyPr/>
          <a:lstStyle>
            <a:lvl1pPr>
              <a:defRPr/>
            </a:lvl1pPr>
          </a:lstStyle>
          <a:p>
            <a:fld id="{6D17FD90-258D-4A5E-B87B-3B6A1B665C33}" type="slidenum">
              <a:rPr lang="en-US" altLang="en-US"/>
              <a:pPr/>
              <a:t>‹#›</a:t>
            </a:fld>
            <a:endParaRPr lang="en-US" altLang="en-US"/>
          </a:p>
        </p:txBody>
      </p:sp>
    </p:spTree>
    <p:extLst>
      <p:ext uri="{BB962C8B-B14F-4D97-AF65-F5344CB8AC3E}">
        <p14:creationId xmlns:p14="http://schemas.microsoft.com/office/powerpoint/2010/main" val="2542025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59245" y="1530500"/>
            <a:ext cx="16847899" cy="6506873"/>
          </a:xfr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20021359" y="1530499"/>
            <a:ext cx="28625800" cy="32776823"/>
          </a:xfrm>
        </p:spPr>
        <p:txBody>
          <a:bodyPr/>
          <a:lstStyle>
            <a:lvl1pPr>
              <a:defRPr sz="4200"/>
            </a:lvl1pPr>
            <a:lvl2pPr>
              <a:defRPr sz="3701"/>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59245" y="8037369"/>
            <a:ext cx="16847899" cy="26269951"/>
          </a:xfrm>
        </p:spPr>
        <p:txBody>
          <a:bodyPr/>
          <a:lstStyle>
            <a:lvl1pPr marL="0" indent="0">
              <a:buNone/>
              <a:defRPr sz="1800"/>
            </a:lvl1pPr>
            <a:lvl2pPr marL="598484" indent="0">
              <a:buNone/>
              <a:defRPr sz="1500"/>
            </a:lvl2pPr>
            <a:lvl3pPr marL="1196965" indent="0">
              <a:buNone/>
              <a:defRPr sz="1301"/>
            </a:lvl3pPr>
            <a:lvl4pPr marL="1795448" indent="0">
              <a:buNone/>
              <a:defRPr sz="1200"/>
            </a:lvl4pPr>
            <a:lvl5pPr marL="2393929" indent="0">
              <a:buNone/>
              <a:defRPr sz="1200"/>
            </a:lvl5pPr>
            <a:lvl6pPr marL="2992412" indent="0">
              <a:buNone/>
              <a:defRPr sz="1200"/>
            </a:lvl6pPr>
            <a:lvl7pPr marL="3590896" indent="0">
              <a:buNone/>
              <a:defRPr sz="1200"/>
            </a:lvl7pPr>
            <a:lvl8pPr marL="4189379" indent="0">
              <a:buNone/>
              <a:defRPr sz="1200"/>
            </a:lvl8pPr>
            <a:lvl9pPr marL="4787862" indent="0">
              <a:buNone/>
              <a:defRPr sz="1200"/>
            </a:lvl9pPr>
          </a:lstStyle>
          <a:p>
            <a:pPr lvl="0"/>
            <a:r>
              <a:rPr lang="en-US"/>
              <a:t>Click to edit Master text styles</a:t>
            </a:r>
          </a:p>
        </p:txBody>
      </p:sp>
      <p:sp>
        <p:nvSpPr>
          <p:cNvPr id="5" name="Rectangle 4">
            <a:extLst>
              <a:ext uri="{FF2B5EF4-FFF2-40B4-BE49-F238E27FC236}">
                <a16:creationId xmlns:a16="http://schemas.microsoft.com/office/drawing/2014/main" id="{7549066E-104A-41A0-B7D5-6E9ECFCB75E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E5E8F85-3C11-4649-876D-98359B39031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5D896A9-39D5-44B6-BD77-48A263557527}"/>
              </a:ext>
            </a:extLst>
          </p:cNvPr>
          <p:cNvSpPr>
            <a:spLocks noGrp="1" noChangeArrowheads="1"/>
          </p:cNvSpPr>
          <p:nvPr>
            <p:ph type="sldNum" sz="quarter" idx="12"/>
          </p:nvPr>
        </p:nvSpPr>
        <p:spPr>
          <a:ln/>
        </p:spPr>
        <p:txBody>
          <a:bodyPr/>
          <a:lstStyle>
            <a:lvl1pPr>
              <a:defRPr/>
            </a:lvl1pPr>
          </a:lstStyle>
          <a:p>
            <a:fld id="{9C895085-2A50-48C9-BD9A-87D20A02B095}" type="slidenum">
              <a:rPr lang="en-US" altLang="en-US"/>
              <a:pPr/>
              <a:t>‹#›</a:t>
            </a:fld>
            <a:endParaRPr lang="en-US" altLang="en-US"/>
          </a:p>
        </p:txBody>
      </p:sp>
    </p:spTree>
    <p:extLst>
      <p:ext uri="{BB962C8B-B14F-4D97-AF65-F5344CB8AC3E}">
        <p14:creationId xmlns:p14="http://schemas.microsoft.com/office/powerpoint/2010/main" val="4101010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37621" y="26882148"/>
            <a:ext cx="30724380" cy="3176155"/>
          </a:xfr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10037621" y="3430737"/>
            <a:ext cx="30724380" cy="23042276"/>
          </a:xfrm>
        </p:spPr>
        <p:txBody>
          <a:bodyPr/>
          <a:lstStyle>
            <a:lvl1pPr marL="0" indent="0">
              <a:buNone/>
              <a:defRPr sz="4200"/>
            </a:lvl1pPr>
            <a:lvl2pPr marL="598484" indent="0">
              <a:buNone/>
              <a:defRPr sz="3701"/>
            </a:lvl2pPr>
            <a:lvl3pPr marL="1196965" indent="0">
              <a:buNone/>
              <a:defRPr sz="3200"/>
            </a:lvl3pPr>
            <a:lvl4pPr marL="1795448" indent="0">
              <a:buNone/>
              <a:defRPr sz="2700"/>
            </a:lvl4pPr>
            <a:lvl5pPr marL="2393929" indent="0">
              <a:buNone/>
              <a:defRPr sz="2700"/>
            </a:lvl5pPr>
            <a:lvl6pPr marL="2992412" indent="0">
              <a:buNone/>
              <a:defRPr sz="2700"/>
            </a:lvl6pPr>
            <a:lvl7pPr marL="3590896" indent="0">
              <a:buNone/>
              <a:defRPr sz="2700"/>
            </a:lvl7pPr>
            <a:lvl8pPr marL="4189379" indent="0">
              <a:buNone/>
              <a:defRPr sz="2700"/>
            </a:lvl8pPr>
            <a:lvl9pPr marL="4787862" indent="0">
              <a:buNone/>
              <a:defRPr sz="2700"/>
            </a:lvl9pPr>
          </a:lstStyle>
          <a:p>
            <a:pPr lvl="0"/>
            <a:endParaRPr lang="en-US" noProof="0"/>
          </a:p>
        </p:txBody>
      </p:sp>
      <p:sp>
        <p:nvSpPr>
          <p:cNvPr id="4" name="Text Placeholder 3"/>
          <p:cNvSpPr>
            <a:spLocks noGrp="1"/>
          </p:cNvSpPr>
          <p:nvPr>
            <p:ph type="body" sz="half" idx="2"/>
          </p:nvPr>
        </p:nvSpPr>
        <p:spPr>
          <a:xfrm>
            <a:off x="10037621" y="30058303"/>
            <a:ext cx="30724380" cy="4506627"/>
          </a:xfrm>
        </p:spPr>
        <p:txBody>
          <a:bodyPr/>
          <a:lstStyle>
            <a:lvl1pPr marL="0" indent="0">
              <a:buNone/>
              <a:defRPr sz="1800"/>
            </a:lvl1pPr>
            <a:lvl2pPr marL="598484" indent="0">
              <a:buNone/>
              <a:defRPr sz="1500"/>
            </a:lvl2pPr>
            <a:lvl3pPr marL="1196965" indent="0">
              <a:buNone/>
              <a:defRPr sz="1301"/>
            </a:lvl3pPr>
            <a:lvl4pPr marL="1795448" indent="0">
              <a:buNone/>
              <a:defRPr sz="1200"/>
            </a:lvl4pPr>
            <a:lvl5pPr marL="2393929" indent="0">
              <a:buNone/>
              <a:defRPr sz="1200"/>
            </a:lvl5pPr>
            <a:lvl6pPr marL="2992412" indent="0">
              <a:buNone/>
              <a:defRPr sz="1200"/>
            </a:lvl6pPr>
            <a:lvl7pPr marL="3590896" indent="0">
              <a:buNone/>
              <a:defRPr sz="1200"/>
            </a:lvl7pPr>
            <a:lvl8pPr marL="4189379" indent="0">
              <a:buNone/>
              <a:defRPr sz="1200"/>
            </a:lvl8pPr>
            <a:lvl9pPr marL="4787862" indent="0">
              <a:buNone/>
              <a:defRPr sz="1200"/>
            </a:lvl9pPr>
          </a:lstStyle>
          <a:p>
            <a:pPr lvl="0"/>
            <a:r>
              <a:rPr lang="en-US"/>
              <a:t>Click to edit Master text styles</a:t>
            </a:r>
          </a:p>
        </p:txBody>
      </p:sp>
      <p:sp>
        <p:nvSpPr>
          <p:cNvPr id="5" name="Rectangle 4">
            <a:extLst>
              <a:ext uri="{FF2B5EF4-FFF2-40B4-BE49-F238E27FC236}">
                <a16:creationId xmlns:a16="http://schemas.microsoft.com/office/drawing/2014/main" id="{24ECDE60-7011-4A03-B879-D78A07E5B08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C362BE6-6BBE-43C0-88AB-2166653C3C5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DCB9D08-F772-459D-B236-65A76588C964}"/>
              </a:ext>
            </a:extLst>
          </p:cNvPr>
          <p:cNvSpPr>
            <a:spLocks noGrp="1" noChangeArrowheads="1"/>
          </p:cNvSpPr>
          <p:nvPr>
            <p:ph type="sldNum" sz="quarter" idx="12"/>
          </p:nvPr>
        </p:nvSpPr>
        <p:spPr>
          <a:ln/>
        </p:spPr>
        <p:txBody>
          <a:bodyPr/>
          <a:lstStyle>
            <a:lvl1pPr>
              <a:defRPr/>
            </a:lvl1pPr>
          </a:lstStyle>
          <a:p>
            <a:fld id="{906BCDB1-569C-4C70-90A6-5CE3ED2BAE14}" type="slidenum">
              <a:rPr lang="en-US" altLang="en-US"/>
              <a:pPr/>
              <a:t>‹#›</a:t>
            </a:fld>
            <a:endParaRPr lang="en-US" altLang="en-US"/>
          </a:p>
        </p:txBody>
      </p:sp>
    </p:spTree>
    <p:extLst>
      <p:ext uri="{BB962C8B-B14F-4D97-AF65-F5344CB8AC3E}">
        <p14:creationId xmlns:p14="http://schemas.microsoft.com/office/powerpoint/2010/main" val="2518737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715E52D-598C-49A0-86AE-DB87B116A1B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82884A6-6BED-4515-BE43-DA13FB8FC58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50997C5-46AB-48ED-9932-5922FF2A2076}"/>
              </a:ext>
            </a:extLst>
          </p:cNvPr>
          <p:cNvSpPr>
            <a:spLocks noGrp="1" noChangeArrowheads="1"/>
          </p:cNvSpPr>
          <p:nvPr>
            <p:ph type="sldNum" sz="quarter" idx="12"/>
          </p:nvPr>
        </p:nvSpPr>
        <p:spPr>
          <a:ln/>
        </p:spPr>
        <p:txBody>
          <a:bodyPr/>
          <a:lstStyle>
            <a:lvl1pPr>
              <a:defRPr/>
            </a:lvl1pPr>
          </a:lstStyle>
          <a:p>
            <a:fld id="{6D2DAA6F-92DC-476E-906C-CD8F913612F8}" type="slidenum">
              <a:rPr lang="en-US" altLang="en-US"/>
              <a:pPr/>
              <a:t>‹#›</a:t>
            </a:fld>
            <a:endParaRPr lang="en-US" altLang="en-US"/>
          </a:p>
        </p:txBody>
      </p:sp>
    </p:spTree>
    <p:extLst>
      <p:ext uri="{BB962C8B-B14F-4D97-AF65-F5344CB8AC3E}">
        <p14:creationId xmlns:p14="http://schemas.microsoft.com/office/powerpoint/2010/main" val="3019054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125181" y="1539589"/>
            <a:ext cx="11521979" cy="3276470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59247" y="1539589"/>
            <a:ext cx="34307319" cy="327647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54FC49A-BFE1-4BCE-AA7D-7528D2C63A7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598EF66-BC77-48E4-B38E-B290313EE06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F87491F-F966-4C97-BA20-5D70A5E653D7}"/>
              </a:ext>
            </a:extLst>
          </p:cNvPr>
          <p:cNvSpPr>
            <a:spLocks noGrp="1" noChangeArrowheads="1"/>
          </p:cNvSpPr>
          <p:nvPr>
            <p:ph type="sldNum" sz="quarter" idx="12"/>
          </p:nvPr>
        </p:nvSpPr>
        <p:spPr>
          <a:ln/>
        </p:spPr>
        <p:txBody>
          <a:bodyPr/>
          <a:lstStyle>
            <a:lvl1pPr>
              <a:defRPr/>
            </a:lvl1pPr>
          </a:lstStyle>
          <a:p>
            <a:fld id="{03E136C9-2E40-45E7-9873-12C0E7CCCB13}" type="slidenum">
              <a:rPr lang="en-US" altLang="en-US"/>
              <a:pPr/>
              <a:t>‹#›</a:t>
            </a:fld>
            <a:endParaRPr lang="en-US" altLang="en-US"/>
          </a:p>
        </p:txBody>
      </p:sp>
    </p:spTree>
    <p:extLst>
      <p:ext uri="{BB962C8B-B14F-4D97-AF65-F5344CB8AC3E}">
        <p14:creationId xmlns:p14="http://schemas.microsoft.com/office/powerpoint/2010/main" val="2425103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BE66E2A-64D9-4C95-971C-5932E8821051}"/>
              </a:ext>
            </a:extLst>
          </p:cNvPr>
          <p:cNvSpPr>
            <a:spLocks noGrp="1" noChangeArrowheads="1"/>
          </p:cNvSpPr>
          <p:nvPr>
            <p:ph type="title"/>
          </p:nvPr>
        </p:nvSpPr>
        <p:spPr bwMode="auto">
          <a:xfrm>
            <a:off x="2559053" y="1540195"/>
            <a:ext cx="46088300"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85324" tIns="242662" rIns="485324" bIns="242662"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CB2C4F08-DD27-4766-9535-39F54AC157D9}"/>
              </a:ext>
            </a:extLst>
          </p:cNvPr>
          <p:cNvSpPr>
            <a:spLocks noGrp="1" noChangeArrowheads="1"/>
          </p:cNvSpPr>
          <p:nvPr>
            <p:ph type="body" idx="1"/>
          </p:nvPr>
        </p:nvSpPr>
        <p:spPr bwMode="auto">
          <a:xfrm>
            <a:off x="2559053" y="8963345"/>
            <a:ext cx="46088300" cy="25340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85324" tIns="242662" rIns="485324" bIns="242662"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BE38AFF4-6FC9-4DDE-9E4D-4AE5A397A85D}"/>
              </a:ext>
            </a:extLst>
          </p:cNvPr>
          <p:cNvSpPr>
            <a:spLocks noGrp="1" noChangeArrowheads="1"/>
          </p:cNvSpPr>
          <p:nvPr>
            <p:ph type="dt" sz="half" idx="2"/>
          </p:nvPr>
        </p:nvSpPr>
        <p:spPr bwMode="auto">
          <a:xfrm>
            <a:off x="2559053" y="34971039"/>
            <a:ext cx="11950700" cy="2667000"/>
          </a:xfrm>
          <a:prstGeom prst="rect">
            <a:avLst/>
          </a:prstGeom>
          <a:noFill/>
          <a:ln w="9525">
            <a:noFill/>
            <a:miter lim="800000"/>
            <a:headEnd/>
            <a:tailEnd/>
          </a:ln>
          <a:effectLst/>
        </p:spPr>
        <p:txBody>
          <a:bodyPr vert="horz" wrap="square" lIns="485324" tIns="242662" rIns="485324" bIns="242662" numCol="1" anchor="t" anchorCtr="0" compatLnSpc="1">
            <a:prstTxWarp prst="textNoShape">
              <a:avLst/>
            </a:prstTxWarp>
          </a:bodyPr>
          <a:lstStyle>
            <a:lvl1pPr algn="l">
              <a:defRPr sz="7501">
                <a:latin typeface="Arial" charset="0"/>
              </a:defRPr>
            </a:lvl1pPr>
          </a:lstStyle>
          <a:p>
            <a:pPr>
              <a:defRPr/>
            </a:pPr>
            <a:endParaRPr lang="en-US"/>
          </a:p>
        </p:txBody>
      </p:sp>
      <p:sp>
        <p:nvSpPr>
          <p:cNvPr id="1029" name="Rectangle 5">
            <a:extLst>
              <a:ext uri="{FF2B5EF4-FFF2-40B4-BE49-F238E27FC236}">
                <a16:creationId xmlns:a16="http://schemas.microsoft.com/office/drawing/2014/main" id="{5828A0EA-5387-4A97-A254-9C28565EA7AB}"/>
              </a:ext>
            </a:extLst>
          </p:cNvPr>
          <p:cNvSpPr>
            <a:spLocks noGrp="1" noChangeArrowheads="1"/>
          </p:cNvSpPr>
          <p:nvPr>
            <p:ph type="ftr" sz="quarter" idx="3"/>
          </p:nvPr>
        </p:nvSpPr>
        <p:spPr bwMode="auto">
          <a:xfrm>
            <a:off x="17494253" y="34971039"/>
            <a:ext cx="16217900" cy="2667000"/>
          </a:xfrm>
          <a:prstGeom prst="rect">
            <a:avLst/>
          </a:prstGeom>
          <a:noFill/>
          <a:ln w="9525">
            <a:noFill/>
            <a:miter lim="800000"/>
            <a:headEnd/>
            <a:tailEnd/>
          </a:ln>
          <a:effectLst/>
        </p:spPr>
        <p:txBody>
          <a:bodyPr vert="horz" wrap="square" lIns="485324" tIns="242662" rIns="485324" bIns="242662" numCol="1" anchor="t" anchorCtr="0" compatLnSpc="1">
            <a:prstTxWarp prst="textNoShape">
              <a:avLst/>
            </a:prstTxWarp>
          </a:bodyPr>
          <a:lstStyle>
            <a:lvl1pPr>
              <a:defRPr sz="7501">
                <a:latin typeface="Arial" charset="0"/>
              </a:defRPr>
            </a:lvl1pPr>
          </a:lstStyle>
          <a:p>
            <a:pPr>
              <a:defRPr/>
            </a:pPr>
            <a:endParaRPr lang="en-US"/>
          </a:p>
        </p:txBody>
      </p:sp>
      <p:sp>
        <p:nvSpPr>
          <p:cNvPr id="1030" name="Rectangle 6">
            <a:extLst>
              <a:ext uri="{FF2B5EF4-FFF2-40B4-BE49-F238E27FC236}">
                <a16:creationId xmlns:a16="http://schemas.microsoft.com/office/drawing/2014/main" id="{09E46EC1-8AFE-484D-85CD-16BC58CE14B3}"/>
              </a:ext>
            </a:extLst>
          </p:cNvPr>
          <p:cNvSpPr>
            <a:spLocks noGrp="1" noChangeArrowheads="1"/>
          </p:cNvSpPr>
          <p:nvPr>
            <p:ph type="sldNum" sz="quarter" idx="4"/>
          </p:nvPr>
        </p:nvSpPr>
        <p:spPr bwMode="auto">
          <a:xfrm>
            <a:off x="36696653" y="34971039"/>
            <a:ext cx="11950700" cy="2667000"/>
          </a:xfrm>
          <a:prstGeom prst="rect">
            <a:avLst/>
          </a:prstGeom>
          <a:noFill/>
          <a:ln w="9525">
            <a:noFill/>
            <a:miter lim="800000"/>
            <a:headEnd/>
            <a:tailEnd/>
          </a:ln>
          <a:effectLst/>
        </p:spPr>
        <p:txBody>
          <a:bodyPr vert="horz" wrap="square" lIns="485324" tIns="242662" rIns="485324" bIns="242662" numCol="1" anchor="t" anchorCtr="0" compatLnSpc="1">
            <a:prstTxWarp prst="textNoShape">
              <a:avLst/>
            </a:prstTxWarp>
          </a:bodyPr>
          <a:lstStyle>
            <a:lvl1pPr algn="r">
              <a:defRPr sz="7501"/>
            </a:lvl1pPr>
          </a:lstStyle>
          <a:p>
            <a:fld id="{0056DB9B-340E-4A0D-884D-557B1A3004A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851600" rtl="0" eaLnBrk="0" fontAlgn="base" hangingPunct="0">
        <a:spcBef>
          <a:spcPct val="0"/>
        </a:spcBef>
        <a:spcAft>
          <a:spcPct val="0"/>
        </a:spcAft>
        <a:defRPr sz="23302">
          <a:solidFill>
            <a:schemeClr val="tx2"/>
          </a:solidFill>
          <a:latin typeface="+mj-lt"/>
          <a:ea typeface="+mj-ea"/>
          <a:cs typeface="+mj-cs"/>
        </a:defRPr>
      </a:lvl1pPr>
      <a:lvl2pPr algn="ctr" defTabSz="4851600" rtl="0" eaLnBrk="0" fontAlgn="base" hangingPunct="0">
        <a:spcBef>
          <a:spcPct val="0"/>
        </a:spcBef>
        <a:spcAft>
          <a:spcPct val="0"/>
        </a:spcAft>
        <a:defRPr sz="23302">
          <a:solidFill>
            <a:schemeClr val="tx2"/>
          </a:solidFill>
          <a:latin typeface="Arial" charset="0"/>
        </a:defRPr>
      </a:lvl2pPr>
      <a:lvl3pPr algn="ctr" defTabSz="4851600" rtl="0" eaLnBrk="0" fontAlgn="base" hangingPunct="0">
        <a:spcBef>
          <a:spcPct val="0"/>
        </a:spcBef>
        <a:spcAft>
          <a:spcPct val="0"/>
        </a:spcAft>
        <a:defRPr sz="23302">
          <a:solidFill>
            <a:schemeClr val="tx2"/>
          </a:solidFill>
          <a:latin typeface="Arial" charset="0"/>
        </a:defRPr>
      </a:lvl3pPr>
      <a:lvl4pPr algn="ctr" defTabSz="4851600" rtl="0" eaLnBrk="0" fontAlgn="base" hangingPunct="0">
        <a:spcBef>
          <a:spcPct val="0"/>
        </a:spcBef>
        <a:spcAft>
          <a:spcPct val="0"/>
        </a:spcAft>
        <a:defRPr sz="23302">
          <a:solidFill>
            <a:schemeClr val="tx2"/>
          </a:solidFill>
          <a:latin typeface="Arial" charset="0"/>
        </a:defRPr>
      </a:lvl4pPr>
      <a:lvl5pPr algn="ctr" defTabSz="4851600" rtl="0" eaLnBrk="0" fontAlgn="base" hangingPunct="0">
        <a:spcBef>
          <a:spcPct val="0"/>
        </a:spcBef>
        <a:spcAft>
          <a:spcPct val="0"/>
        </a:spcAft>
        <a:defRPr sz="23302">
          <a:solidFill>
            <a:schemeClr val="tx2"/>
          </a:solidFill>
          <a:latin typeface="Arial" charset="0"/>
        </a:defRPr>
      </a:lvl5pPr>
      <a:lvl6pPr marL="598484" algn="ctr" defTabSz="4852281" rtl="0" fontAlgn="base">
        <a:spcBef>
          <a:spcPct val="0"/>
        </a:spcBef>
        <a:spcAft>
          <a:spcPct val="0"/>
        </a:spcAft>
        <a:defRPr sz="23302">
          <a:solidFill>
            <a:schemeClr val="tx2"/>
          </a:solidFill>
          <a:latin typeface="Arial" charset="0"/>
        </a:defRPr>
      </a:lvl6pPr>
      <a:lvl7pPr marL="1196965" algn="ctr" defTabSz="4852281" rtl="0" fontAlgn="base">
        <a:spcBef>
          <a:spcPct val="0"/>
        </a:spcBef>
        <a:spcAft>
          <a:spcPct val="0"/>
        </a:spcAft>
        <a:defRPr sz="23302">
          <a:solidFill>
            <a:schemeClr val="tx2"/>
          </a:solidFill>
          <a:latin typeface="Arial" charset="0"/>
        </a:defRPr>
      </a:lvl7pPr>
      <a:lvl8pPr marL="1795448" algn="ctr" defTabSz="4852281" rtl="0" fontAlgn="base">
        <a:spcBef>
          <a:spcPct val="0"/>
        </a:spcBef>
        <a:spcAft>
          <a:spcPct val="0"/>
        </a:spcAft>
        <a:defRPr sz="23302">
          <a:solidFill>
            <a:schemeClr val="tx2"/>
          </a:solidFill>
          <a:latin typeface="Arial" charset="0"/>
        </a:defRPr>
      </a:lvl8pPr>
      <a:lvl9pPr marL="2393929" algn="ctr" defTabSz="4852281" rtl="0" fontAlgn="base">
        <a:spcBef>
          <a:spcPct val="0"/>
        </a:spcBef>
        <a:spcAft>
          <a:spcPct val="0"/>
        </a:spcAft>
        <a:defRPr sz="23302">
          <a:solidFill>
            <a:schemeClr val="tx2"/>
          </a:solidFill>
          <a:latin typeface="Arial" charset="0"/>
        </a:defRPr>
      </a:lvl9pPr>
    </p:titleStyle>
    <p:bodyStyle>
      <a:lvl1pPr marL="1817764" indent="-1817764" algn="l" defTabSz="4851600" rtl="0" eaLnBrk="0" fontAlgn="base" hangingPunct="0">
        <a:spcBef>
          <a:spcPct val="20000"/>
        </a:spcBef>
        <a:spcAft>
          <a:spcPct val="0"/>
        </a:spcAft>
        <a:buChar char="•"/>
        <a:defRPr sz="17101">
          <a:solidFill>
            <a:schemeClr val="tx1"/>
          </a:solidFill>
          <a:latin typeface="+mn-lt"/>
          <a:ea typeface="+mn-ea"/>
          <a:cs typeface="+mn-cs"/>
        </a:defRPr>
      </a:lvl1pPr>
      <a:lvl2pPr marL="3941924" indent="-1512952" algn="l" defTabSz="4851600" rtl="0" eaLnBrk="0" fontAlgn="base" hangingPunct="0">
        <a:spcBef>
          <a:spcPct val="20000"/>
        </a:spcBef>
        <a:spcAft>
          <a:spcPct val="0"/>
        </a:spcAft>
        <a:buChar char="–"/>
        <a:defRPr sz="14901">
          <a:solidFill>
            <a:schemeClr val="tx1"/>
          </a:solidFill>
          <a:latin typeface="+mn-lt"/>
        </a:defRPr>
      </a:lvl2pPr>
      <a:lvl3pPr marL="6064499" indent="-1211312" algn="l" defTabSz="4851600" rtl="0" eaLnBrk="0" fontAlgn="base" hangingPunct="0">
        <a:spcBef>
          <a:spcPct val="20000"/>
        </a:spcBef>
        <a:spcAft>
          <a:spcPct val="0"/>
        </a:spcAft>
        <a:buChar char="•"/>
        <a:defRPr sz="12701">
          <a:solidFill>
            <a:schemeClr val="tx1"/>
          </a:solidFill>
          <a:latin typeface="+mn-lt"/>
        </a:defRPr>
      </a:lvl3pPr>
      <a:lvl4pPr marL="8491886" indent="-1211312" algn="l" defTabSz="4851600" rtl="0" eaLnBrk="0" fontAlgn="base" hangingPunct="0">
        <a:spcBef>
          <a:spcPct val="20000"/>
        </a:spcBef>
        <a:spcAft>
          <a:spcPct val="0"/>
        </a:spcAft>
        <a:buChar char="–"/>
        <a:defRPr sz="10601">
          <a:solidFill>
            <a:schemeClr val="tx1"/>
          </a:solidFill>
          <a:latin typeface="+mn-lt"/>
        </a:defRPr>
      </a:lvl4pPr>
      <a:lvl5pPr marL="10919274" indent="-1211312" algn="l" defTabSz="4851600" rtl="0" eaLnBrk="0" fontAlgn="base" hangingPunct="0">
        <a:spcBef>
          <a:spcPct val="20000"/>
        </a:spcBef>
        <a:spcAft>
          <a:spcPct val="0"/>
        </a:spcAft>
        <a:buChar char="»"/>
        <a:defRPr sz="10601">
          <a:solidFill>
            <a:schemeClr val="tx1"/>
          </a:solidFill>
          <a:latin typeface="+mn-lt"/>
        </a:defRPr>
      </a:lvl5pPr>
      <a:lvl6pPr marL="11518711" indent="-1213590" algn="l" defTabSz="4852281" rtl="0" fontAlgn="base">
        <a:spcBef>
          <a:spcPct val="20000"/>
        </a:spcBef>
        <a:spcAft>
          <a:spcPct val="0"/>
        </a:spcAft>
        <a:buChar char="»"/>
        <a:defRPr sz="10601">
          <a:solidFill>
            <a:schemeClr val="tx1"/>
          </a:solidFill>
          <a:latin typeface="+mn-lt"/>
        </a:defRPr>
      </a:lvl6pPr>
      <a:lvl7pPr marL="12117194" indent="-1213590" algn="l" defTabSz="4852281" rtl="0" fontAlgn="base">
        <a:spcBef>
          <a:spcPct val="20000"/>
        </a:spcBef>
        <a:spcAft>
          <a:spcPct val="0"/>
        </a:spcAft>
        <a:buChar char="»"/>
        <a:defRPr sz="10601">
          <a:solidFill>
            <a:schemeClr val="tx1"/>
          </a:solidFill>
          <a:latin typeface="+mn-lt"/>
        </a:defRPr>
      </a:lvl7pPr>
      <a:lvl8pPr marL="12715677" indent="-1213590" algn="l" defTabSz="4852281" rtl="0" fontAlgn="base">
        <a:spcBef>
          <a:spcPct val="20000"/>
        </a:spcBef>
        <a:spcAft>
          <a:spcPct val="0"/>
        </a:spcAft>
        <a:buChar char="»"/>
        <a:defRPr sz="10601">
          <a:solidFill>
            <a:schemeClr val="tx1"/>
          </a:solidFill>
          <a:latin typeface="+mn-lt"/>
        </a:defRPr>
      </a:lvl8pPr>
      <a:lvl9pPr marL="13314158" indent="-1213590" algn="l" defTabSz="4852281" rtl="0" fontAlgn="base">
        <a:spcBef>
          <a:spcPct val="20000"/>
        </a:spcBef>
        <a:spcAft>
          <a:spcPct val="0"/>
        </a:spcAft>
        <a:buChar char="»"/>
        <a:defRPr sz="10601">
          <a:solidFill>
            <a:schemeClr val="tx1"/>
          </a:solidFill>
          <a:latin typeface="+mn-lt"/>
        </a:defRPr>
      </a:lvl9pPr>
    </p:bodyStyle>
    <p:otherStyle>
      <a:defPPr>
        <a:defRPr lang="en-US"/>
      </a:defPPr>
      <a:lvl1pPr marL="0" algn="l" defTabSz="1196965" rtl="0" eaLnBrk="1" latinLnBrk="0" hangingPunct="1">
        <a:defRPr sz="2300" kern="1200">
          <a:solidFill>
            <a:schemeClr val="tx1"/>
          </a:solidFill>
          <a:latin typeface="+mn-lt"/>
          <a:ea typeface="+mn-ea"/>
          <a:cs typeface="+mn-cs"/>
        </a:defRPr>
      </a:lvl1pPr>
      <a:lvl2pPr marL="598484" algn="l" defTabSz="1196965" rtl="0" eaLnBrk="1" latinLnBrk="0" hangingPunct="1">
        <a:defRPr sz="2300" kern="1200">
          <a:solidFill>
            <a:schemeClr val="tx1"/>
          </a:solidFill>
          <a:latin typeface="+mn-lt"/>
          <a:ea typeface="+mn-ea"/>
          <a:cs typeface="+mn-cs"/>
        </a:defRPr>
      </a:lvl2pPr>
      <a:lvl3pPr marL="1196965" algn="l" defTabSz="1196965" rtl="0" eaLnBrk="1" latinLnBrk="0" hangingPunct="1">
        <a:defRPr sz="2300" kern="1200">
          <a:solidFill>
            <a:schemeClr val="tx1"/>
          </a:solidFill>
          <a:latin typeface="+mn-lt"/>
          <a:ea typeface="+mn-ea"/>
          <a:cs typeface="+mn-cs"/>
        </a:defRPr>
      </a:lvl3pPr>
      <a:lvl4pPr marL="1795448" algn="l" defTabSz="1196965" rtl="0" eaLnBrk="1" latinLnBrk="0" hangingPunct="1">
        <a:defRPr sz="2300" kern="1200">
          <a:solidFill>
            <a:schemeClr val="tx1"/>
          </a:solidFill>
          <a:latin typeface="+mn-lt"/>
          <a:ea typeface="+mn-ea"/>
          <a:cs typeface="+mn-cs"/>
        </a:defRPr>
      </a:lvl4pPr>
      <a:lvl5pPr marL="2393929" algn="l" defTabSz="1196965" rtl="0" eaLnBrk="1" latinLnBrk="0" hangingPunct="1">
        <a:defRPr sz="2300" kern="1200">
          <a:solidFill>
            <a:schemeClr val="tx1"/>
          </a:solidFill>
          <a:latin typeface="+mn-lt"/>
          <a:ea typeface="+mn-ea"/>
          <a:cs typeface="+mn-cs"/>
        </a:defRPr>
      </a:lvl5pPr>
      <a:lvl6pPr marL="2992412" algn="l" defTabSz="1196965" rtl="0" eaLnBrk="1" latinLnBrk="0" hangingPunct="1">
        <a:defRPr sz="2300" kern="1200">
          <a:solidFill>
            <a:schemeClr val="tx1"/>
          </a:solidFill>
          <a:latin typeface="+mn-lt"/>
          <a:ea typeface="+mn-ea"/>
          <a:cs typeface="+mn-cs"/>
        </a:defRPr>
      </a:lvl6pPr>
      <a:lvl7pPr marL="3590896" algn="l" defTabSz="1196965" rtl="0" eaLnBrk="1" latinLnBrk="0" hangingPunct="1">
        <a:defRPr sz="2300" kern="1200">
          <a:solidFill>
            <a:schemeClr val="tx1"/>
          </a:solidFill>
          <a:latin typeface="+mn-lt"/>
          <a:ea typeface="+mn-ea"/>
          <a:cs typeface="+mn-cs"/>
        </a:defRPr>
      </a:lvl7pPr>
      <a:lvl8pPr marL="4189379" algn="l" defTabSz="1196965" rtl="0" eaLnBrk="1" latinLnBrk="0" hangingPunct="1">
        <a:defRPr sz="2300" kern="1200">
          <a:solidFill>
            <a:schemeClr val="tx1"/>
          </a:solidFill>
          <a:latin typeface="+mn-lt"/>
          <a:ea typeface="+mn-ea"/>
          <a:cs typeface="+mn-cs"/>
        </a:defRPr>
      </a:lvl8pPr>
      <a:lvl9pPr marL="4787862" algn="l" defTabSz="1196965"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microsoft.com/office/2018/10/relationships/comments" Target="../comments/modernComment_100_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6" name="Rectangle 13">
            <a:extLst>
              <a:ext uri="{FF2B5EF4-FFF2-40B4-BE49-F238E27FC236}">
                <a16:creationId xmlns:a16="http://schemas.microsoft.com/office/drawing/2014/main" id="{20D5B0D3-8214-4203-8B38-8792DA66040B}"/>
              </a:ext>
            </a:extLst>
          </p:cNvPr>
          <p:cNvSpPr>
            <a:spLocks noChangeArrowheads="1"/>
          </p:cNvSpPr>
          <p:nvPr/>
        </p:nvSpPr>
        <p:spPr bwMode="auto">
          <a:xfrm>
            <a:off x="13902233" y="5671193"/>
            <a:ext cx="22849379" cy="32733607"/>
          </a:xfrm>
          <a:prstGeom prst="rect">
            <a:avLst/>
          </a:prstGeom>
          <a:solidFill>
            <a:schemeClr val="bg2">
              <a:lumMod val="60000"/>
              <a:lumOff val="40000"/>
            </a:schemeClr>
          </a:solidFill>
          <a:ln w="9525" algn="ctr">
            <a:solidFill>
              <a:schemeClr val="tx1"/>
            </a:solidFill>
            <a:miter lim="800000"/>
            <a:headEnd/>
            <a:tailEnd/>
          </a:ln>
        </p:spPr>
        <p:txBody>
          <a:bodyPr wrap="none" lIns="119691" tIns="59847" rIns="119691" bIns="59847" anchor="ctr"/>
          <a:lstStyle>
            <a:lvl1pPr eaLnBrk="0" hangingPunct="0">
              <a:defRPr sz="9500">
                <a:solidFill>
                  <a:schemeClr val="tx1"/>
                </a:solidFill>
                <a:latin typeface="Arial" panose="020B0604020202020204" pitchFamily="34" charset="0"/>
              </a:defRPr>
            </a:lvl1pPr>
            <a:lvl2pPr marL="742950" indent="-285750" eaLnBrk="0" hangingPunct="0">
              <a:defRPr sz="9500">
                <a:solidFill>
                  <a:schemeClr val="tx1"/>
                </a:solidFill>
                <a:latin typeface="Arial" panose="020B0604020202020204" pitchFamily="34" charset="0"/>
              </a:defRPr>
            </a:lvl2pPr>
            <a:lvl3pPr marL="1143000" indent="-228600" eaLnBrk="0" hangingPunct="0">
              <a:defRPr sz="9500">
                <a:solidFill>
                  <a:schemeClr val="tx1"/>
                </a:solidFill>
                <a:latin typeface="Arial" panose="020B0604020202020204" pitchFamily="34" charset="0"/>
              </a:defRPr>
            </a:lvl3pPr>
            <a:lvl4pPr marL="1600200" indent="-228600" eaLnBrk="0" hangingPunct="0">
              <a:defRPr sz="9500">
                <a:solidFill>
                  <a:schemeClr val="tx1"/>
                </a:solidFill>
                <a:latin typeface="Arial" panose="020B0604020202020204" pitchFamily="34" charset="0"/>
              </a:defRPr>
            </a:lvl4pPr>
            <a:lvl5pPr marL="2057400" indent="-228600" eaLnBrk="0" hangingPunct="0">
              <a:defRPr sz="9500">
                <a:solidFill>
                  <a:schemeClr val="tx1"/>
                </a:solidFill>
                <a:latin typeface="Arial" panose="020B0604020202020204" pitchFamily="34" charset="0"/>
              </a:defRPr>
            </a:lvl5pPr>
            <a:lvl6pPr marL="2514600" indent="-228600" algn="ctr" eaLnBrk="0" fontAlgn="base" hangingPunct="0">
              <a:spcBef>
                <a:spcPct val="0"/>
              </a:spcBef>
              <a:spcAft>
                <a:spcPct val="0"/>
              </a:spcAft>
              <a:defRPr sz="9500">
                <a:solidFill>
                  <a:schemeClr val="tx1"/>
                </a:solidFill>
                <a:latin typeface="Arial" panose="020B0604020202020204" pitchFamily="34" charset="0"/>
              </a:defRPr>
            </a:lvl6pPr>
            <a:lvl7pPr marL="2971800" indent="-228600" algn="ctr" eaLnBrk="0" fontAlgn="base" hangingPunct="0">
              <a:spcBef>
                <a:spcPct val="0"/>
              </a:spcBef>
              <a:spcAft>
                <a:spcPct val="0"/>
              </a:spcAft>
              <a:defRPr sz="9500">
                <a:solidFill>
                  <a:schemeClr val="tx1"/>
                </a:solidFill>
                <a:latin typeface="Arial" panose="020B0604020202020204" pitchFamily="34" charset="0"/>
              </a:defRPr>
            </a:lvl7pPr>
            <a:lvl8pPr marL="3429000" indent="-228600" algn="ctr" eaLnBrk="0" fontAlgn="base" hangingPunct="0">
              <a:spcBef>
                <a:spcPct val="0"/>
              </a:spcBef>
              <a:spcAft>
                <a:spcPct val="0"/>
              </a:spcAft>
              <a:defRPr sz="9500">
                <a:solidFill>
                  <a:schemeClr val="tx1"/>
                </a:solidFill>
                <a:latin typeface="Arial" panose="020B0604020202020204" pitchFamily="34" charset="0"/>
              </a:defRPr>
            </a:lvl8pPr>
            <a:lvl9pPr marL="3886200" indent="-228600" algn="ctr" eaLnBrk="0" fontAlgn="base" hangingPunct="0">
              <a:spcBef>
                <a:spcPct val="0"/>
              </a:spcBef>
              <a:spcAft>
                <a:spcPct val="0"/>
              </a:spcAft>
              <a:defRPr sz="9500">
                <a:solidFill>
                  <a:schemeClr val="tx1"/>
                </a:solidFill>
                <a:latin typeface="Arial" panose="020B0604020202020204" pitchFamily="34" charset="0"/>
              </a:defRPr>
            </a:lvl9pPr>
          </a:lstStyle>
          <a:p>
            <a:pPr algn="l" eaLnBrk="1" hangingPunct="1"/>
            <a:endParaRPr lang="en-US" altLang="en-US" sz="3200" dirty="0"/>
          </a:p>
        </p:txBody>
      </p:sp>
      <p:sp>
        <p:nvSpPr>
          <p:cNvPr id="2051" name="Rectangle 12">
            <a:extLst>
              <a:ext uri="{FF2B5EF4-FFF2-40B4-BE49-F238E27FC236}">
                <a16:creationId xmlns:a16="http://schemas.microsoft.com/office/drawing/2014/main" id="{84965C77-110D-4A84-9EEB-F997712A8078}"/>
              </a:ext>
            </a:extLst>
          </p:cNvPr>
          <p:cNvSpPr>
            <a:spLocks noChangeArrowheads="1"/>
          </p:cNvSpPr>
          <p:nvPr/>
        </p:nvSpPr>
        <p:spPr bwMode="auto">
          <a:xfrm>
            <a:off x="0" y="-29736"/>
            <a:ext cx="51206400" cy="5700928"/>
          </a:xfrm>
          <a:prstGeom prst="rect">
            <a:avLst/>
          </a:prstGeom>
          <a:gradFill>
            <a:gsLst>
              <a:gs pos="0">
                <a:srgbClr val="770000"/>
              </a:gs>
              <a:gs pos="50000">
                <a:srgbClr val="C00000">
                  <a:shade val="67500"/>
                  <a:satMod val="115000"/>
                </a:srgbClr>
              </a:gs>
              <a:gs pos="100000">
                <a:srgbClr val="C00000">
                  <a:shade val="100000"/>
                  <a:satMod val="115000"/>
                </a:srgbClr>
              </a:gs>
            </a:gsLst>
            <a:lin ang="16200000" scaled="1"/>
          </a:gradFill>
          <a:ln w="9525">
            <a:solidFill>
              <a:schemeClr val="tx1"/>
            </a:solidFill>
            <a:miter lim="800000"/>
            <a:headEnd/>
            <a:tailEnd/>
          </a:ln>
        </p:spPr>
        <p:txBody>
          <a:bodyPr wrap="none" lIns="119691" tIns="59847" rIns="119691" bIns="59847" anchor="ctr"/>
          <a:lstStyle>
            <a:lvl1pPr eaLnBrk="0" hangingPunct="0">
              <a:defRPr sz="9500">
                <a:solidFill>
                  <a:schemeClr val="tx1"/>
                </a:solidFill>
                <a:latin typeface="Arial" panose="020B0604020202020204" pitchFamily="34" charset="0"/>
              </a:defRPr>
            </a:lvl1pPr>
            <a:lvl2pPr marL="742950" indent="-285750" eaLnBrk="0" hangingPunct="0">
              <a:defRPr sz="9500">
                <a:solidFill>
                  <a:schemeClr val="tx1"/>
                </a:solidFill>
                <a:latin typeface="Arial" panose="020B0604020202020204" pitchFamily="34" charset="0"/>
              </a:defRPr>
            </a:lvl2pPr>
            <a:lvl3pPr marL="1143000" indent="-228600" eaLnBrk="0" hangingPunct="0">
              <a:defRPr sz="9500">
                <a:solidFill>
                  <a:schemeClr val="tx1"/>
                </a:solidFill>
                <a:latin typeface="Arial" panose="020B0604020202020204" pitchFamily="34" charset="0"/>
              </a:defRPr>
            </a:lvl3pPr>
            <a:lvl4pPr marL="1600200" indent="-228600" eaLnBrk="0" hangingPunct="0">
              <a:defRPr sz="9500">
                <a:solidFill>
                  <a:schemeClr val="tx1"/>
                </a:solidFill>
                <a:latin typeface="Arial" panose="020B0604020202020204" pitchFamily="34" charset="0"/>
              </a:defRPr>
            </a:lvl4pPr>
            <a:lvl5pPr marL="2057400" indent="-228600" eaLnBrk="0" hangingPunct="0">
              <a:defRPr sz="9500">
                <a:solidFill>
                  <a:schemeClr val="tx1"/>
                </a:solidFill>
                <a:latin typeface="Arial" panose="020B0604020202020204" pitchFamily="34" charset="0"/>
              </a:defRPr>
            </a:lvl5pPr>
            <a:lvl6pPr marL="2514600" indent="-228600" algn="ctr" eaLnBrk="0" fontAlgn="base" hangingPunct="0">
              <a:spcBef>
                <a:spcPct val="0"/>
              </a:spcBef>
              <a:spcAft>
                <a:spcPct val="0"/>
              </a:spcAft>
              <a:defRPr sz="9500">
                <a:solidFill>
                  <a:schemeClr val="tx1"/>
                </a:solidFill>
                <a:latin typeface="Arial" panose="020B0604020202020204" pitchFamily="34" charset="0"/>
              </a:defRPr>
            </a:lvl6pPr>
            <a:lvl7pPr marL="2971800" indent="-228600" algn="ctr" eaLnBrk="0" fontAlgn="base" hangingPunct="0">
              <a:spcBef>
                <a:spcPct val="0"/>
              </a:spcBef>
              <a:spcAft>
                <a:spcPct val="0"/>
              </a:spcAft>
              <a:defRPr sz="9500">
                <a:solidFill>
                  <a:schemeClr val="tx1"/>
                </a:solidFill>
                <a:latin typeface="Arial" panose="020B0604020202020204" pitchFamily="34" charset="0"/>
              </a:defRPr>
            </a:lvl7pPr>
            <a:lvl8pPr marL="3429000" indent="-228600" algn="ctr" eaLnBrk="0" fontAlgn="base" hangingPunct="0">
              <a:spcBef>
                <a:spcPct val="0"/>
              </a:spcBef>
              <a:spcAft>
                <a:spcPct val="0"/>
              </a:spcAft>
              <a:defRPr sz="9500">
                <a:solidFill>
                  <a:schemeClr val="tx1"/>
                </a:solidFill>
                <a:latin typeface="Arial" panose="020B0604020202020204" pitchFamily="34" charset="0"/>
              </a:defRPr>
            </a:lvl8pPr>
            <a:lvl9pPr marL="3886200" indent="-228600" algn="ctr" eaLnBrk="0" fontAlgn="base" hangingPunct="0">
              <a:spcBef>
                <a:spcPct val="0"/>
              </a:spcBef>
              <a:spcAft>
                <a:spcPct val="0"/>
              </a:spcAft>
              <a:defRPr sz="9500">
                <a:solidFill>
                  <a:schemeClr val="tx1"/>
                </a:solidFill>
                <a:latin typeface="Arial" panose="020B0604020202020204" pitchFamily="34" charset="0"/>
              </a:defRPr>
            </a:lvl9pPr>
          </a:lstStyle>
          <a:p>
            <a:pPr eaLnBrk="1" hangingPunct="1"/>
            <a:endParaRPr lang="en-US" altLang="en-US" sz="9501" dirty="0"/>
          </a:p>
        </p:txBody>
      </p:sp>
      <p:sp>
        <p:nvSpPr>
          <p:cNvPr id="2052" name="Text Box 5">
            <a:extLst>
              <a:ext uri="{FF2B5EF4-FFF2-40B4-BE49-F238E27FC236}">
                <a16:creationId xmlns:a16="http://schemas.microsoft.com/office/drawing/2014/main" id="{B5BB30A2-7BA7-4580-AAEB-DC7D5B753DAE}"/>
              </a:ext>
            </a:extLst>
          </p:cNvPr>
          <p:cNvSpPr txBox="1">
            <a:spLocks noChangeArrowheads="1"/>
          </p:cNvSpPr>
          <p:nvPr/>
        </p:nvSpPr>
        <p:spPr bwMode="auto">
          <a:xfrm>
            <a:off x="27666" y="585457"/>
            <a:ext cx="39604901" cy="1596370"/>
          </a:xfrm>
          <a:prstGeom prst="rect">
            <a:avLst/>
          </a:prstGeom>
          <a:noFill/>
          <a:ln w="9525">
            <a:noFill/>
            <a:miter lim="800000"/>
            <a:headEnd/>
            <a:tailEnd/>
          </a:ln>
        </p:spPr>
        <p:txBody>
          <a:bodyPr wrap="square" lIns="84933" tIns="42467" rIns="84933" bIns="42467">
            <a:spAutoFit/>
          </a:bodyPr>
          <a:lstStyle/>
          <a:p>
            <a:pPr marL="0" marR="0">
              <a:lnSpc>
                <a:spcPct val="107000"/>
              </a:lnSpc>
              <a:spcBef>
                <a:spcPts val="0"/>
              </a:spcBef>
              <a:spcAft>
                <a:spcPts val="800"/>
              </a:spcAft>
            </a:pPr>
            <a:r>
              <a:rPr lang="en-US" sz="96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Training Same Size Effect on Deep Learning Models for Geographic Atrophy</a:t>
            </a:r>
            <a:endParaRPr lang="en-US" sz="9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53" name="Text Box 9">
            <a:extLst>
              <a:ext uri="{FF2B5EF4-FFF2-40B4-BE49-F238E27FC236}">
                <a16:creationId xmlns:a16="http://schemas.microsoft.com/office/drawing/2014/main" id="{6DC887D9-9AE0-4FFE-9FF5-7A63451F52B4}"/>
              </a:ext>
            </a:extLst>
          </p:cNvPr>
          <p:cNvSpPr txBox="1">
            <a:spLocks noChangeArrowheads="1"/>
          </p:cNvSpPr>
          <p:nvPr/>
        </p:nvSpPr>
        <p:spPr bwMode="auto">
          <a:xfrm>
            <a:off x="2798848" y="2919557"/>
            <a:ext cx="35890200" cy="176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9691" tIns="59847" rIns="119691" bIns="59847">
            <a:spAutoFit/>
          </a:bodyPr>
          <a:lstStyle>
            <a:lvl1pPr defTabSz="4851400" eaLnBrk="0" hangingPunct="0">
              <a:defRPr sz="9500">
                <a:solidFill>
                  <a:schemeClr val="tx1"/>
                </a:solidFill>
                <a:latin typeface="Arial" panose="020B0604020202020204" pitchFamily="34" charset="0"/>
              </a:defRPr>
            </a:lvl1pPr>
            <a:lvl2pPr marL="742950" indent="-285750" defTabSz="4851400" eaLnBrk="0" hangingPunct="0">
              <a:defRPr sz="9500">
                <a:solidFill>
                  <a:schemeClr val="tx1"/>
                </a:solidFill>
                <a:latin typeface="Arial" panose="020B0604020202020204" pitchFamily="34" charset="0"/>
              </a:defRPr>
            </a:lvl2pPr>
            <a:lvl3pPr marL="1143000" indent="-228600" defTabSz="4851400" eaLnBrk="0" hangingPunct="0">
              <a:defRPr sz="9500">
                <a:solidFill>
                  <a:schemeClr val="tx1"/>
                </a:solidFill>
                <a:latin typeface="Arial" panose="020B0604020202020204" pitchFamily="34" charset="0"/>
              </a:defRPr>
            </a:lvl3pPr>
            <a:lvl4pPr marL="1600200" indent="-228600" defTabSz="4851400" eaLnBrk="0" hangingPunct="0">
              <a:defRPr sz="9500">
                <a:solidFill>
                  <a:schemeClr val="tx1"/>
                </a:solidFill>
                <a:latin typeface="Arial" panose="020B0604020202020204" pitchFamily="34" charset="0"/>
              </a:defRPr>
            </a:lvl4pPr>
            <a:lvl5pPr marL="2057400" indent="-228600" defTabSz="4851400" eaLnBrk="0" hangingPunct="0">
              <a:defRPr sz="9500">
                <a:solidFill>
                  <a:schemeClr val="tx1"/>
                </a:solidFill>
                <a:latin typeface="Arial" panose="020B0604020202020204" pitchFamily="34" charset="0"/>
              </a:defRPr>
            </a:lvl5pPr>
            <a:lvl6pPr marL="2514600" indent="-228600" algn="ctr" defTabSz="4851400" eaLnBrk="0" fontAlgn="base" hangingPunct="0">
              <a:spcBef>
                <a:spcPct val="0"/>
              </a:spcBef>
              <a:spcAft>
                <a:spcPct val="0"/>
              </a:spcAft>
              <a:defRPr sz="9500">
                <a:solidFill>
                  <a:schemeClr val="tx1"/>
                </a:solidFill>
                <a:latin typeface="Arial" panose="020B0604020202020204" pitchFamily="34" charset="0"/>
              </a:defRPr>
            </a:lvl6pPr>
            <a:lvl7pPr marL="2971800" indent="-228600" algn="ctr" defTabSz="4851400" eaLnBrk="0" fontAlgn="base" hangingPunct="0">
              <a:spcBef>
                <a:spcPct val="0"/>
              </a:spcBef>
              <a:spcAft>
                <a:spcPct val="0"/>
              </a:spcAft>
              <a:defRPr sz="9500">
                <a:solidFill>
                  <a:schemeClr val="tx1"/>
                </a:solidFill>
                <a:latin typeface="Arial" panose="020B0604020202020204" pitchFamily="34" charset="0"/>
              </a:defRPr>
            </a:lvl7pPr>
            <a:lvl8pPr marL="3429000" indent="-228600" algn="ctr" defTabSz="4851400" eaLnBrk="0" fontAlgn="base" hangingPunct="0">
              <a:spcBef>
                <a:spcPct val="0"/>
              </a:spcBef>
              <a:spcAft>
                <a:spcPct val="0"/>
              </a:spcAft>
              <a:defRPr sz="9500">
                <a:solidFill>
                  <a:schemeClr val="tx1"/>
                </a:solidFill>
                <a:latin typeface="Arial" panose="020B0604020202020204" pitchFamily="34" charset="0"/>
              </a:defRPr>
            </a:lvl8pPr>
            <a:lvl9pPr marL="3886200" indent="-228600" algn="ctr" defTabSz="4851400" eaLnBrk="0" fontAlgn="base" hangingPunct="0">
              <a:spcBef>
                <a:spcPct val="0"/>
              </a:spcBef>
              <a:spcAft>
                <a:spcPct val="0"/>
              </a:spcAft>
              <a:defRPr sz="9500">
                <a:solidFill>
                  <a:schemeClr val="tx1"/>
                </a:solidFill>
                <a:latin typeface="Arial" panose="020B0604020202020204" pitchFamily="34" charset="0"/>
              </a:defRPr>
            </a:lvl9pPr>
          </a:lstStyle>
          <a:p>
            <a:pPr>
              <a:spcBef>
                <a:spcPct val="20000"/>
              </a:spcBef>
              <a:buClr>
                <a:srgbClr val="FFFFFF"/>
              </a:buClr>
            </a:pPr>
            <a:r>
              <a:rPr lang="en-US" altLang="en-US" sz="5333" b="1" dirty="0">
                <a:solidFill>
                  <a:schemeClr val="bg1"/>
                </a:solidFill>
                <a:ea typeface="ＭＳ Ｐゴシック" panose="020B0600070205080204" pitchFamily="34" charset="-128"/>
                <a:cs typeface="Arial" panose="020B0604020202020204" pitchFamily="34" charset="0"/>
              </a:rPr>
              <a:t>Robert Slater</a:t>
            </a:r>
            <a:r>
              <a:rPr lang="en-US" altLang="en-US" sz="5333" b="1" baseline="30000" dirty="0">
                <a:solidFill>
                  <a:schemeClr val="bg1"/>
                </a:solidFill>
                <a:ea typeface="ＭＳ Ｐゴシック" panose="020B0600070205080204" pitchFamily="34" charset="-128"/>
                <a:cs typeface="Arial" panose="020B0604020202020204" pitchFamily="34" charset="0"/>
              </a:rPr>
              <a:t>2</a:t>
            </a:r>
            <a:r>
              <a:rPr lang="en-US" altLang="en-US" sz="5333" b="1" dirty="0">
                <a:solidFill>
                  <a:schemeClr val="bg1"/>
                </a:solidFill>
                <a:ea typeface="ＭＳ Ｐゴシック" panose="020B0600070205080204" pitchFamily="34" charset="-128"/>
                <a:cs typeface="Arial" panose="020B0604020202020204" pitchFamily="34" charset="0"/>
              </a:rPr>
              <a:t>, Jacob Bogost</a:t>
            </a:r>
            <a:r>
              <a:rPr lang="en-US" altLang="en-US" sz="5333" b="1" baseline="30000" dirty="0">
                <a:solidFill>
                  <a:schemeClr val="bg1"/>
                </a:solidFill>
                <a:ea typeface="ＭＳ Ｐゴシック" panose="020B0600070205080204" pitchFamily="34" charset="-128"/>
                <a:cs typeface="Arial" panose="020B0604020202020204" pitchFamily="34" charset="0"/>
              </a:rPr>
              <a:t>1</a:t>
            </a:r>
            <a:r>
              <a:rPr lang="en-US" altLang="en-US" sz="5333" b="1" dirty="0">
                <a:solidFill>
                  <a:schemeClr val="bg1"/>
                </a:solidFill>
                <a:ea typeface="ＭＳ Ｐゴシック" panose="020B0600070205080204" pitchFamily="34" charset="-128"/>
                <a:cs typeface="Arial" panose="020B0604020202020204" pitchFamily="34" charset="0"/>
              </a:rPr>
              <a:t>, Rohit Balaji</a:t>
            </a:r>
            <a:r>
              <a:rPr lang="en-US" altLang="en-US" sz="5333" b="1" baseline="30000" dirty="0">
                <a:solidFill>
                  <a:schemeClr val="bg1"/>
                </a:solidFill>
                <a:ea typeface="ＭＳ Ｐゴシック" panose="020B0600070205080204" pitchFamily="34" charset="-128"/>
                <a:cs typeface="Arial" panose="020B0604020202020204" pitchFamily="34" charset="0"/>
              </a:rPr>
              <a:t>1</a:t>
            </a:r>
            <a:r>
              <a:rPr lang="en-US" altLang="en-US" sz="5333" b="1" dirty="0">
                <a:solidFill>
                  <a:schemeClr val="bg1"/>
                </a:solidFill>
                <a:ea typeface="ＭＳ Ｐゴシック" panose="020B0600070205080204" pitchFamily="34" charset="-128"/>
                <a:cs typeface="Arial" panose="020B0604020202020204" pitchFamily="34" charset="0"/>
              </a:rPr>
              <a:t>, </a:t>
            </a:r>
            <a:r>
              <a:rPr lang="en-US" altLang="en-US" sz="5333" b="1" dirty="0" err="1">
                <a:solidFill>
                  <a:schemeClr val="bg1"/>
                </a:solidFill>
                <a:ea typeface="ＭＳ Ｐゴシック" panose="020B0600070205080204" pitchFamily="34" charset="-128"/>
                <a:cs typeface="Arial" panose="020B0604020202020204" pitchFamily="34" charset="0"/>
              </a:rPr>
              <a:t>Gelique</a:t>
            </a:r>
            <a:r>
              <a:rPr lang="en-US" altLang="en-US" sz="5333" b="1" dirty="0">
                <a:solidFill>
                  <a:schemeClr val="bg1"/>
                </a:solidFill>
                <a:ea typeface="ＭＳ Ｐゴシック" panose="020B0600070205080204" pitchFamily="34" charset="-128"/>
                <a:cs typeface="Arial" panose="020B0604020202020204" pitchFamily="34" charset="0"/>
              </a:rPr>
              <a:t> Ayala</a:t>
            </a:r>
            <a:r>
              <a:rPr lang="en-US" altLang="en-US" sz="5333" b="1" baseline="30000" dirty="0">
                <a:solidFill>
                  <a:schemeClr val="bg1"/>
                </a:solidFill>
                <a:ea typeface="ＭＳ Ｐゴシック" panose="020B0600070205080204" pitchFamily="34" charset="-128"/>
                <a:cs typeface="Arial" panose="020B0604020202020204" pitchFamily="34" charset="0"/>
              </a:rPr>
              <a:t>1</a:t>
            </a:r>
            <a:r>
              <a:rPr lang="en-US" altLang="en-US" sz="5333" b="1" dirty="0">
                <a:solidFill>
                  <a:schemeClr val="bg1"/>
                </a:solidFill>
                <a:ea typeface="ＭＳ Ｐゴシック" panose="020B0600070205080204" pitchFamily="34" charset="-128"/>
                <a:cs typeface="Arial" panose="020B0604020202020204" pitchFamily="34" charset="0"/>
              </a:rPr>
              <a:t>, Jeong Pak</a:t>
            </a:r>
            <a:r>
              <a:rPr lang="en-US" altLang="en-US" sz="5333" b="1" baseline="30000" dirty="0">
                <a:solidFill>
                  <a:schemeClr val="bg1"/>
                </a:solidFill>
                <a:ea typeface="ＭＳ Ｐゴシック" panose="020B0600070205080204" pitchFamily="34" charset="-128"/>
                <a:cs typeface="Arial" panose="020B0604020202020204" pitchFamily="34" charset="0"/>
              </a:rPr>
              <a:t>1</a:t>
            </a:r>
            <a:r>
              <a:rPr lang="en-US" altLang="en-US" sz="5333" b="1" dirty="0">
                <a:solidFill>
                  <a:schemeClr val="bg1"/>
                </a:solidFill>
                <a:ea typeface="ＭＳ Ｐゴシック" panose="020B0600070205080204" pitchFamily="34" charset="-128"/>
                <a:cs typeface="Arial" panose="020B0604020202020204" pitchFamily="34" charset="0"/>
              </a:rPr>
              <a:t>, Rick Voland</a:t>
            </a:r>
            <a:r>
              <a:rPr lang="en-US" altLang="en-US" sz="5333" b="1" baseline="30000" dirty="0">
                <a:solidFill>
                  <a:schemeClr val="bg1"/>
                </a:solidFill>
                <a:ea typeface="ＭＳ Ｐゴシック" panose="020B0600070205080204" pitchFamily="34" charset="-128"/>
                <a:cs typeface="Arial" panose="020B0604020202020204" pitchFamily="34" charset="0"/>
              </a:rPr>
              <a:t>1</a:t>
            </a:r>
            <a:r>
              <a:rPr lang="en-US" altLang="en-US" sz="5333" b="1" dirty="0">
                <a:solidFill>
                  <a:schemeClr val="bg1"/>
                </a:solidFill>
                <a:ea typeface="ＭＳ Ｐゴシック" panose="020B0600070205080204" pitchFamily="34" charset="-128"/>
                <a:cs typeface="Arial" panose="020B0604020202020204" pitchFamily="34" charset="0"/>
              </a:rPr>
              <a:t>, Barbara A. Blodi</a:t>
            </a:r>
            <a:r>
              <a:rPr lang="en-US" altLang="en-US" sz="5333" b="1" baseline="30000" dirty="0">
                <a:solidFill>
                  <a:schemeClr val="bg1"/>
                </a:solidFill>
                <a:ea typeface="ＭＳ Ｐゴシック" panose="020B0600070205080204" pitchFamily="34" charset="-128"/>
                <a:cs typeface="Arial" panose="020B0604020202020204" pitchFamily="34" charset="0"/>
              </a:rPr>
              <a:t>1</a:t>
            </a:r>
            <a:r>
              <a:rPr lang="en-US" altLang="en-US" sz="5333" b="1" dirty="0">
                <a:solidFill>
                  <a:schemeClr val="bg1"/>
                </a:solidFill>
                <a:ea typeface="ＭＳ Ｐゴシック" panose="020B0600070205080204" pitchFamily="34" charset="-128"/>
                <a:cs typeface="Arial" panose="020B0604020202020204" pitchFamily="34" charset="0"/>
              </a:rPr>
              <a:t>, </a:t>
            </a:r>
            <a:r>
              <a:rPr lang="en-US" altLang="en-US" sz="5333" b="1" dirty="0" err="1">
                <a:solidFill>
                  <a:schemeClr val="bg1"/>
                </a:solidFill>
                <a:ea typeface="ＭＳ Ｐゴシック" panose="020B0600070205080204" pitchFamily="34" charset="-128"/>
                <a:cs typeface="Arial" panose="020B0604020202020204" pitchFamily="34" charset="0"/>
              </a:rPr>
              <a:t>Roomasa</a:t>
            </a:r>
            <a:r>
              <a:rPr lang="en-US" altLang="en-US" sz="5333" b="1" dirty="0">
                <a:solidFill>
                  <a:schemeClr val="bg1"/>
                </a:solidFill>
                <a:ea typeface="ＭＳ Ｐゴシック" panose="020B0600070205080204" pitchFamily="34" charset="-128"/>
                <a:cs typeface="Arial" panose="020B0604020202020204" pitchFamily="34" charset="0"/>
              </a:rPr>
              <a:t> Channa</a:t>
            </a:r>
            <a:r>
              <a:rPr lang="en-US" altLang="en-US" sz="5333" b="1" baseline="30000" dirty="0">
                <a:solidFill>
                  <a:schemeClr val="bg1"/>
                </a:solidFill>
                <a:ea typeface="ＭＳ Ｐゴシック" panose="020B0600070205080204" pitchFamily="34" charset="-128"/>
                <a:cs typeface="Arial" panose="020B0604020202020204" pitchFamily="34" charset="0"/>
              </a:rPr>
              <a:t>1</a:t>
            </a:r>
            <a:r>
              <a:rPr lang="en-US" altLang="en-US" sz="5333" b="1" dirty="0">
                <a:solidFill>
                  <a:schemeClr val="bg1"/>
                </a:solidFill>
                <a:ea typeface="ＭＳ Ｐゴシック" panose="020B0600070205080204" pitchFamily="34" charset="-128"/>
                <a:cs typeface="Arial" panose="020B0604020202020204" pitchFamily="34" charset="0"/>
              </a:rPr>
              <a:t>, Donald Fong</a:t>
            </a:r>
            <a:r>
              <a:rPr lang="en-US" altLang="en-US" sz="5333" b="1" baseline="30000" dirty="0">
                <a:solidFill>
                  <a:schemeClr val="bg1"/>
                </a:solidFill>
                <a:ea typeface="ＭＳ Ｐゴシック" panose="020B0600070205080204" pitchFamily="34" charset="-128"/>
                <a:cs typeface="Arial" panose="020B0604020202020204" pitchFamily="34" charset="0"/>
              </a:rPr>
              <a:t>3</a:t>
            </a:r>
            <a:r>
              <a:rPr lang="en-US" altLang="en-US" sz="5333" b="1" dirty="0">
                <a:solidFill>
                  <a:schemeClr val="bg1"/>
                </a:solidFill>
                <a:ea typeface="ＭＳ Ｐゴシック" panose="020B0600070205080204" pitchFamily="34" charset="-128"/>
                <a:cs typeface="Arial" panose="020B0604020202020204" pitchFamily="34" charset="0"/>
              </a:rPr>
              <a:t>, Amitha Domalpally</a:t>
            </a:r>
            <a:r>
              <a:rPr lang="en-US" altLang="en-US" sz="5333" b="1" baseline="30000" dirty="0">
                <a:solidFill>
                  <a:schemeClr val="bg1"/>
                </a:solidFill>
                <a:ea typeface="ＭＳ Ｐゴシック" panose="020B0600070205080204" pitchFamily="34" charset="-128"/>
                <a:cs typeface="Arial" panose="020B0604020202020204" pitchFamily="34" charset="0"/>
              </a:rPr>
              <a:t>1,2</a:t>
            </a:r>
            <a:r>
              <a:rPr lang="en-US" altLang="en-US" sz="5333" b="1" dirty="0">
                <a:solidFill>
                  <a:schemeClr val="bg1"/>
                </a:solidFill>
                <a:ea typeface="ＭＳ Ｐゴシック" panose="020B0600070205080204" pitchFamily="34" charset="-128"/>
                <a:cs typeface="Arial" panose="020B0604020202020204" pitchFamily="34" charset="0"/>
              </a:rPr>
              <a:t> </a:t>
            </a:r>
          </a:p>
        </p:txBody>
      </p:sp>
      <p:sp>
        <p:nvSpPr>
          <p:cNvPr id="2055" name="Text Box 11">
            <a:extLst>
              <a:ext uri="{FF2B5EF4-FFF2-40B4-BE49-F238E27FC236}">
                <a16:creationId xmlns:a16="http://schemas.microsoft.com/office/drawing/2014/main" id="{59B77B4B-609E-4C75-8E0D-1ED5A0BDA4AF}"/>
              </a:ext>
            </a:extLst>
          </p:cNvPr>
          <p:cNvSpPr txBox="1">
            <a:spLocks noChangeArrowheads="1"/>
          </p:cNvSpPr>
          <p:nvPr/>
        </p:nvSpPr>
        <p:spPr bwMode="auto">
          <a:xfrm>
            <a:off x="251620" y="3916700"/>
            <a:ext cx="5841485" cy="1603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9691" tIns="59847" rIns="119691" bIns="59847">
            <a:spAutoFit/>
          </a:bodyPr>
          <a:lstStyle>
            <a:lvl1pPr defTabSz="4851400" eaLnBrk="0" hangingPunct="0">
              <a:defRPr sz="9500">
                <a:solidFill>
                  <a:schemeClr val="tx1"/>
                </a:solidFill>
                <a:latin typeface="Arial" panose="020B0604020202020204" pitchFamily="34" charset="0"/>
              </a:defRPr>
            </a:lvl1pPr>
            <a:lvl2pPr marL="742950" indent="-285750" defTabSz="4851400" eaLnBrk="0" hangingPunct="0">
              <a:defRPr sz="9500">
                <a:solidFill>
                  <a:schemeClr val="tx1"/>
                </a:solidFill>
                <a:latin typeface="Arial" panose="020B0604020202020204" pitchFamily="34" charset="0"/>
              </a:defRPr>
            </a:lvl2pPr>
            <a:lvl3pPr marL="1143000" indent="-228600" defTabSz="4851400" eaLnBrk="0" hangingPunct="0">
              <a:defRPr sz="9500">
                <a:solidFill>
                  <a:schemeClr val="tx1"/>
                </a:solidFill>
                <a:latin typeface="Arial" panose="020B0604020202020204" pitchFamily="34" charset="0"/>
              </a:defRPr>
            </a:lvl3pPr>
            <a:lvl4pPr marL="1600200" indent="-228600" defTabSz="4851400" eaLnBrk="0" hangingPunct="0">
              <a:defRPr sz="9500">
                <a:solidFill>
                  <a:schemeClr val="tx1"/>
                </a:solidFill>
                <a:latin typeface="Arial" panose="020B0604020202020204" pitchFamily="34" charset="0"/>
              </a:defRPr>
            </a:lvl4pPr>
            <a:lvl5pPr marL="2057400" indent="-228600" defTabSz="4851400" eaLnBrk="0" hangingPunct="0">
              <a:defRPr sz="9500">
                <a:solidFill>
                  <a:schemeClr val="tx1"/>
                </a:solidFill>
                <a:latin typeface="Arial" panose="020B0604020202020204" pitchFamily="34" charset="0"/>
              </a:defRPr>
            </a:lvl5pPr>
            <a:lvl6pPr marL="2514600" indent="-228600" algn="ctr" defTabSz="4851400" eaLnBrk="0" fontAlgn="base" hangingPunct="0">
              <a:spcBef>
                <a:spcPct val="0"/>
              </a:spcBef>
              <a:spcAft>
                <a:spcPct val="0"/>
              </a:spcAft>
              <a:defRPr sz="9500">
                <a:solidFill>
                  <a:schemeClr val="tx1"/>
                </a:solidFill>
                <a:latin typeface="Arial" panose="020B0604020202020204" pitchFamily="34" charset="0"/>
              </a:defRPr>
            </a:lvl6pPr>
            <a:lvl7pPr marL="2971800" indent="-228600" algn="ctr" defTabSz="4851400" eaLnBrk="0" fontAlgn="base" hangingPunct="0">
              <a:spcBef>
                <a:spcPct val="0"/>
              </a:spcBef>
              <a:spcAft>
                <a:spcPct val="0"/>
              </a:spcAft>
              <a:defRPr sz="9500">
                <a:solidFill>
                  <a:schemeClr val="tx1"/>
                </a:solidFill>
                <a:latin typeface="Arial" panose="020B0604020202020204" pitchFamily="34" charset="0"/>
              </a:defRPr>
            </a:lvl7pPr>
            <a:lvl8pPr marL="3429000" indent="-228600" algn="ctr" defTabSz="4851400" eaLnBrk="0" fontAlgn="base" hangingPunct="0">
              <a:spcBef>
                <a:spcPct val="0"/>
              </a:spcBef>
              <a:spcAft>
                <a:spcPct val="0"/>
              </a:spcAft>
              <a:defRPr sz="9500">
                <a:solidFill>
                  <a:schemeClr val="tx1"/>
                </a:solidFill>
                <a:latin typeface="Arial" panose="020B0604020202020204" pitchFamily="34" charset="0"/>
              </a:defRPr>
            </a:lvl8pPr>
            <a:lvl9pPr marL="3886200" indent="-228600" algn="ctr" defTabSz="4851400" eaLnBrk="0" fontAlgn="base" hangingPunct="0">
              <a:spcBef>
                <a:spcPct val="0"/>
              </a:spcBef>
              <a:spcAft>
                <a:spcPct val="0"/>
              </a:spcAft>
              <a:defRPr sz="9500">
                <a:solidFill>
                  <a:schemeClr val="tx1"/>
                </a:solidFill>
                <a:latin typeface="Arial" panose="020B0604020202020204" pitchFamily="34" charset="0"/>
              </a:defRPr>
            </a:lvl9pPr>
          </a:lstStyle>
          <a:p>
            <a:pPr algn="l" eaLnBrk="1" hangingPunct="1">
              <a:lnSpc>
                <a:spcPts val="4500"/>
              </a:lnSpc>
              <a:spcBef>
                <a:spcPct val="50000"/>
              </a:spcBef>
            </a:pPr>
            <a:r>
              <a:rPr lang="en-US" sz="4267" b="1" dirty="0">
                <a:solidFill>
                  <a:schemeClr val="bg1"/>
                </a:solidFill>
              </a:rPr>
              <a:t>224-C0063</a:t>
            </a:r>
          </a:p>
          <a:p>
            <a:pPr algn="l" eaLnBrk="1" hangingPunct="1">
              <a:lnSpc>
                <a:spcPts val="4500"/>
              </a:lnSpc>
              <a:spcBef>
                <a:spcPct val="50000"/>
              </a:spcBef>
            </a:pPr>
            <a:r>
              <a:rPr lang="en-US" sz="4267" b="1" dirty="0">
                <a:solidFill>
                  <a:schemeClr val="bg1"/>
                </a:solidFill>
              </a:rPr>
              <a:t>ARVO 2023</a:t>
            </a:r>
          </a:p>
        </p:txBody>
      </p:sp>
      <p:sp>
        <p:nvSpPr>
          <p:cNvPr id="2062" name="Text Box 1208">
            <a:extLst>
              <a:ext uri="{FF2B5EF4-FFF2-40B4-BE49-F238E27FC236}">
                <a16:creationId xmlns:a16="http://schemas.microsoft.com/office/drawing/2014/main" id="{B45DB7A8-2F22-4FF2-B346-A9BDB3081912}"/>
              </a:ext>
            </a:extLst>
          </p:cNvPr>
          <p:cNvSpPr txBox="1">
            <a:spLocks noChangeArrowheads="1"/>
          </p:cNvSpPr>
          <p:nvPr/>
        </p:nvSpPr>
        <p:spPr bwMode="auto">
          <a:xfrm>
            <a:off x="42066126" y="24352252"/>
            <a:ext cx="241784" cy="158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119691" tIns="59847" rIns="119691" bIns="59847">
            <a:spAutoFit/>
          </a:bodyPr>
          <a:lstStyle>
            <a:lvl1pPr defTabSz="4851400" eaLnBrk="0" hangingPunct="0">
              <a:defRPr sz="9500">
                <a:solidFill>
                  <a:schemeClr val="tx1"/>
                </a:solidFill>
                <a:latin typeface="Arial" panose="020B0604020202020204" pitchFamily="34" charset="0"/>
              </a:defRPr>
            </a:lvl1pPr>
            <a:lvl2pPr marL="742950" indent="-285750" defTabSz="4851400" eaLnBrk="0" hangingPunct="0">
              <a:defRPr sz="9500">
                <a:solidFill>
                  <a:schemeClr val="tx1"/>
                </a:solidFill>
                <a:latin typeface="Arial" panose="020B0604020202020204" pitchFamily="34" charset="0"/>
              </a:defRPr>
            </a:lvl2pPr>
            <a:lvl3pPr marL="1143000" indent="-228600" defTabSz="4851400" eaLnBrk="0" hangingPunct="0">
              <a:defRPr sz="9500">
                <a:solidFill>
                  <a:schemeClr val="tx1"/>
                </a:solidFill>
                <a:latin typeface="Arial" panose="020B0604020202020204" pitchFamily="34" charset="0"/>
              </a:defRPr>
            </a:lvl3pPr>
            <a:lvl4pPr marL="1600200" indent="-228600" defTabSz="4851400" eaLnBrk="0" hangingPunct="0">
              <a:defRPr sz="9500">
                <a:solidFill>
                  <a:schemeClr val="tx1"/>
                </a:solidFill>
                <a:latin typeface="Arial" panose="020B0604020202020204" pitchFamily="34" charset="0"/>
              </a:defRPr>
            </a:lvl4pPr>
            <a:lvl5pPr marL="2057400" indent="-228600" defTabSz="4851400" eaLnBrk="0" hangingPunct="0">
              <a:defRPr sz="9500">
                <a:solidFill>
                  <a:schemeClr val="tx1"/>
                </a:solidFill>
                <a:latin typeface="Arial" panose="020B0604020202020204" pitchFamily="34" charset="0"/>
              </a:defRPr>
            </a:lvl5pPr>
            <a:lvl6pPr marL="2514600" indent="-228600" algn="ctr" defTabSz="4851400" eaLnBrk="0" fontAlgn="base" hangingPunct="0">
              <a:spcBef>
                <a:spcPct val="0"/>
              </a:spcBef>
              <a:spcAft>
                <a:spcPct val="0"/>
              </a:spcAft>
              <a:defRPr sz="9500">
                <a:solidFill>
                  <a:schemeClr val="tx1"/>
                </a:solidFill>
                <a:latin typeface="Arial" panose="020B0604020202020204" pitchFamily="34" charset="0"/>
              </a:defRPr>
            </a:lvl6pPr>
            <a:lvl7pPr marL="2971800" indent="-228600" algn="ctr" defTabSz="4851400" eaLnBrk="0" fontAlgn="base" hangingPunct="0">
              <a:spcBef>
                <a:spcPct val="0"/>
              </a:spcBef>
              <a:spcAft>
                <a:spcPct val="0"/>
              </a:spcAft>
              <a:defRPr sz="9500">
                <a:solidFill>
                  <a:schemeClr val="tx1"/>
                </a:solidFill>
                <a:latin typeface="Arial" panose="020B0604020202020204" pitchFamily="34" charset="0"/>
              </a:defRPr>
            </a:lvl7pPr>
            <a:lvl8pPr marL="3429000" indent="-228600" algn="ctr" defTabSz="4851400" eaLnBrk="0" fontAlgn="base" hangingPunct="0">
              <a:spcBef>
                <a:spcPct val="0"/>
              </a:spcBef>
              <a:spcAft>
                <a:spcPct val="0"/>
              </a:spcAft>
              <a:defRPr sz="9500">
                <a:solidFill>
                  <a:schemeClr val="tx1"/>
                </a:solidFill>
                <a:latin typeface="Arial" panose="020B0604020202020204" pitchFamily="34" charset="0"/>
              </a:defRPr>
            </a:lvl8pPr>
            <a:lvl9pPr marL="3886200" indent="-228600" algn="ctr" defTabSz="4851400" eaLnBrk="0" fontAlgn="base" hangingPunct="0">
              <a:spcBef>
                <a:spcPct val="0"/>
              </a:spcBef>
              <a:spcAft>
                <a:spcPct val="0"/>
              </a:spcAft>
              <a:defRPr sz="9500">
                <a:solidFill>
                  <a:schemeClr val="tx1"/>
                </a:solidFill>
                <a:latin typeface="Arial" panose="020B0604020202020204" pitchFamily="34" charset="0"/>
              </a:defRPr>
            </a:lvl9pPr>
          </a:lstStyle>
          <a:p>
            <a:pPr eaLnBrk="1" hangingPunct="1"/>
            <a:endParaRPr lang="en-US" altLang="en-US" sz="9501"/>
          </a:p>
        </p:txBody>
      </p:sp>
      <p:sp>
        <p:nvSpPr>
          <p:cNvPr id="42" name="Rounded Rectangle 41">
            <a:extLst>
              <a:ext uri="{FF2B5EF4-FFF2-40B4-BE49-F238E27FC236}">
                <a16:creationId xmlns:a16="http://schemas.microsoft.com/office/drawing/2014/main" id="{39680940-4B6F-47D4-B835-C0B97EE34A17}"/>
              </a:ext>
            </a:extLst>
          </p:cNvPr>
          <p:cNvSpPr/>
          <p:nvPr/>
        </p:nvSpPr>
        <p:spPr bwMode="auto">
          <a:xfrm>
            <a:off x="616065" y="16972180"/>
            <a:ext cx="10954080" cy="914401"/>
          </a:xfrm>
          <a:prstGeom prst="roundRect">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a:effectLst/>
        </p:spPr>
        <p:txBody>
          <a:bodyPr wrap="none" anchor="ctr"/>
          <a:lstStyle/>
          <a:p>
            <a:pPr defTabSz="3706966">
              <a:spcBef>
                <a:spcPct val="50000"/>
              </a:spcBef>
              <a:defRPr/>
            </a:pPr>
            <a:r>
              <a:rPr lang="en-US" sz="5400" b="1" dirty="0">
                <a:solidFill>
                  <a:schemeClr val="bg1"/>
                </a:solidFill>
                <a:latin typeface="Arial" charset="0"/>
                <a:cs typeface="Arial" charset="0"/>
              </a:rPr>
              <a:t> Methods</a:t>
            </a:r>
          </a:p>
        </p:txBody>
      </p:sp>
      <p:sp>
        <p:nvSpPr>
          <p:cNvPr id="48" name="Rounded Rectangle 47">
            <a:extLst>
              <a:ext uri="{FF2B5EF4-FFF2-40B4-BE49-F238E27FC236}">
                <a16:creationId xmlns:a16="http://schemas.microsoft.com/office/drawing/2014/main" id="{EDFF8764-5676-4BD9-BCF4-9D6AE263E2F9}"/>
              </a:ext>
            </a:extLst>
          </p:cNvPr>
          <p:cNvSpPr/>
          <p:nvPr/>
        </p:nvSpPr>
        <p:spPr bwMode="auto">
          <a:xfrm>
            <a:off x="38867915" y="6323669"/>
            <a:ext cx="10439400" cy="914401"/>
          </a:xfrm>
          <a:prstGeom prst="roundRect">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a:effectLst/>
        </p:spPr>
        <p:txBody>
          <a:bodyPr wrap="none" anchor="ctr"/>
          <a:lstStyle/>
          <a:p>
            <a:pPr defTabSz="3706966">
              <a:spcBef>
                <a:spcPct val="50000"/>
              </a:spcBef>
              <a:defRPr/>
            </a:pPr>
            <a:r>
              <a:rPr lang="en-US" sz="5400" b="1" dirty="0">
                <a:solidFill>
                  <a:schemeClr val="bg1"/>
                </a:solidFill>
                <a:latin typeface="Arial" charset="0"/>
                <a:cs typeface="Arial" charset="0"/>
              </a:rPr>
              <a:t> Results</a:t>
            </a:r>
          </a:p>
        </p:txBody>
      </p:sp>
      <p:sp>
        <p:nvSpPr>
          <p:cNvPr id="50" name="Rounded Rectangle 49">
            <a:extLst>
              <a:ext uri="{FF2B5EF4-FFF2-40B4-BE49-F238E27FC236}">
                <a16:creationId xmlns:a16="http://schemas.microsoft.com/office/drawing/2014/main" id="{86D8D367-69B2-48B3-A7F9-0966A546EECD}"/>
              </a:ext>
            </a:extLst>
          </p:cNvPr>
          <p:cNvSpPr/>
          <p:nvPr/>
        </p:nvSpPr>
        <p:spPr bwMode="auto">
          <a:xfrm>
            <a:off x="38737132" y="27355799"/>
            <a:ext cx="10439399" cy="914401"/>
          </a:xfrm>
          <a:prstGeom prst="roundRect">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a:effectLst/>
        </p:spPr>
        <p:txBody>
          <a:bodyPr wrap="none" anchor="ctr"/>
          <a:lstStyle/>
          <a:p>
            <a:pPr defTabSz="3706966">
              <a:spcBef>
                <a:spcPct val="50000"/>
              </a:spcBef>
              <a:defRPr/>
            </a:pPr>
            <a:r>
              <a:rPr lang="en-US" sz="5400" b="1" dirty="0">
                <a:solidFill>
                  <a:schemeClr val="bg1"/>
                </a:solidFill>
                <a:latin typeface="+mn-lt"/>
                <a:cs typeface="Arial" charset="0"/>
              </a:rPr>
              <a:t> Conclusions</a:t>
            </a:r>
          </a:p>
        </p:txBody>
      </p:sp>
      <p:sp>
        <p:nvSpPr>
          <p:cNvPr id="2151" name="Text Box 16">
            <a:extLst>
              <a:ext uri="{FF2B5EF4-FFF2-40B4-BE49-F238E27FC236}">
                <a16:creationId xmlns:a16="http://schemas.microsoft.com/office/drawing/2014/main" id="{C69FC60A-D65A-400F-A39D-F9A0896558A9}"/>
              </a:ext>
            </a:extLst>
          </p:cNvPr>
          <p:cNvSpPr txBox="1">
            <a:spLocks noChangeArrowheads="1"/>
          </p:cNvSpPr>
          <p:nvPr/>
        </p:nvSpPr>
        <p:spPr bwMode="auto">
          <a:xfrm>
            <a:off x="1066802" y="11797674"/>
            <a:ext cx="11061431" cy="695010"/>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square" lIns="139648" tIns="69824" rIns="139648" bIns="69824" anchor="t">
            <a:spAutoFit/>
          </a:bodyPr>
          <a:lstStyle>
            <a:lvl1pPr eaLnBrk="0" hangingPunct="0">
              <a:defRPr sz="9500">
                <a:solidFill>
                  <a:schemeClr val="tx1"/>
                </a:solidFill>
                <a:latin typeface="Arial" panose="020B0604020202020204" pitchFamily="34" charset="0"/>
              </a:defRPr>
            </a:lvl1pPr>
            <a:lvl2pPr marL="742950" indent="-285750" eaLnBrk="0" hangingPunct="0">
              <a:defRPr sz="9500">
                <a:solidFill>
                  <a:schemeClr val="tx1"/>
                </a:solidFill>
                <a:latin typeface="Arial" panose="020B0604020202020204" pitchFamily="34" charset="0"/>
              </a:defRPr>
            </a:lvl2pPr>
            <a:lvl3pPr marL="1143000" indent="-228600" eaLnBrk="0" hangingPunct="0">
              <a:defRPr sz="9500">
                <a:solidFill>
                  <a:schemeClr val="tx1"/>
                </a:solidFill>
                <a:latin typeface="Arial" panose="020B0604020202020204" pitchFamily="34" charset="0"/>
              </a:defRPr>
            </a:lvl3pPr>
            <a:lvl4pPr marL="1600200" indent="-228600" eaLnBrk="0" hangingPunct="0">
              <a:defRPr sz="9500">
                <a:solidFill>
                  <a:schemeClr val="tx1"/>
                </a:solidFill>
                <a:latin typeface="Arial" panose="020B0604020202020204" pitchFamily="34" charset="0"/>
              </a:defRPr>
            </a:lvl4pPr>
            <a:lvl5pPr marL="2057400" indent="-228600" eaLnBrk="0" hangingPunct="0">
              <a:defRPr sz="9500">
                <a:solidFill>
                  <a:schemeClr val="tx1"/>
                </a:solidFill>
                <a:latin typeface="Arial" panose="020B0604020202020204" pitchFamily="34" charset="0"/>
              </a:defRPr>
            </a:lvl5pPr>
            <a:lvl6pPr marL="2514600" indent="-228600" algn="ctr" eaLnBrk="0" fontAlgn="base" hangingPunct="0">
              <a:spcBef>
                <a:spcPct val="0"/>
              </a:spcBef>
              <a:spcAft>
                <a:spcPct val="0"/>
              </a:spcAft>
              <a:defRPr sz="9500">
                <a:solidFill>
                  <a:schemeClr val="tx1"/>
                </a:solidFill>
                <a:latin typeface="Arial" panose="020B0604020202020204" pitchFamily="34" charset="0"/>
              </a:defRPr>
            </a:lvl6pPr>
            <a:lvl7pPr marL="2971800" indent="-228600" algn="ctr" eaLnBrk="0" fontAlgn="base" hangingPunct="0">
              <a:spcBef>
                <a:spcPct val="0"/>
              </a:spcBef>
              <a:spcAft>
                <a:spcPct val="0"/>
              </a:spcAft>
              <a:defRPr sz="9500">
                <a:solidFill>
                  <a:schemeClr val="tx1"/>
                </a:solidFill>
                <a:latin typeface="Arial" panose="020B0604020202020204" pitchFamily="34" charset="0"/>
              </a:defRPr>
            </a:lvl7pPr>
            <a:lvl8pPr marL="3429000" indent="-228600" algn="ctr" eaLnBrk="0" fontAlgn="base" hangingPunct="0">
              <a:spcBef>
                <a:spcPct val="0"/>
              </a:spcBef>
              <a:spcAft>
                <a:spcPct val="0"/>
              </a:spcAft>
              <a:defRPr sz="9500">
                <a:solidFill>
                  <a:schemeClr val="tx1"/>
                </a:solidFill>
                <a:latin typeface="Arial" panose="020B0604020202020204" pitchFamily="34" charset="0"/>
              </a:defRPr>
            </a:lvl8pPr>
            <a:lvl9pPr marL="3886200" indent="-228600" algn="ctr" eaLnBrk="0" fontAlgn="base" hangingPunct="0">
              <a:spcBef>
                <a:spcPct val="0"/>
              </a:spcBef>
              <a:spcAft>
                <a:spcPct val="0"/>
              </a:spcAft>
              <a:defRPr sz="9500">
                <a:solidFill>
                  <a:schemeClr val="tx1"/>
                </a:solidFill>
                <a:latin typeface="Arial" panose="020B0604020202020204" pitchFamily="34" charset="0"/>
              </a:defRPr>
            </a:lvl9pPr>
          </a:lstStyle>
          <a:p>
            <a:pPr algn="l" eaLnBrk="1" hangingPunct="1"/>
            <a:endParaRPr lang="en-US" altLang="en-US" sz="3600">
              <a:cs typeface="Arial"/>
            </a:endParaRPr>
          </a:p>
        </p:txBody>
      </p:sp>
      <p:sp>
        <p:nvSpPr>
          <p:cNvPr id="40" name="Rounded Rectangle 39">
            <a:extLst>
              <a:ext uri="{FF2B5EF4-FFF2-40B4-BE49-F238E27FC236}">
                <a16:creationId xmlns:a16="http://schemas.microsoft.com/office/drawing/2014/main" id="{69441AAC-D3C6-4719-88E7-118A96E5DE04}"/>
              </a:ext>
            </a:extLst>
          </p:cNvPr>
          <p:cNvSpPr/>
          <p:nvPr/>
        </p:nvSpPr>
        <p:spPr bwMode="auto">
          <a:xfrm>
            <a:off x="962633" y="6427390"/>
            <a:ext cx="10954080" cy="914401"/>
          </a:xfrm>
          <a:prstGeom prst="roundRect">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a:effectLst/>
        </p:spPr>
        <p:txBody>
          <a:bodyPr wrap="none" anchor="ctr"/>
          <a:lstStyle/>
          <a:p>
            <a:pPr defTabSz="3706966">
              <a:spcBef>
                <a:spcPct val="50000"/>
              </a:spcBef>
              <a:defRPr/>
            </a:pPr>
            <a:r>
              <a:rPr lang="en-US" sz="5400" b="1" dirty="0">
                <a:solidFill>
                  <a:schemeClr val="bg1"/>
                </a:solidFill>
                <a:latin typeface="Arial" charset="0"/>
                <a:cs typeface="Arial" charset="0"/>
              </a:rPr>
              <a:t> Background and Purpose</a:t>
            </a:r>
          </a:p>
        </p:txBody>
      </p:sp>
      <p:sp>
        <p:nvSpPr>
          <p:cNvPr id="71" name="Arrow: Chevron 70">
            <a:extLst>
              <a:ext uri="{FF2B5EF4-FFF2-40B4-BE49-F238E27FC236}">
                <a16:creationId xmlns:a16="http://schemas.microsoft.com/office/drawing/2014/main" id="{C307D478-9A07-42AD-B4B2-40454B946F70}"/>
              </a:ext>
            </a:extLst>
          </p:cNvPr>
          <p:cNvSpPr/>
          <p:nvPr/>
        </p:nvSpPr>
        <p:spPr bwMode="auto">
          <a:xfrm flipH="1">
            <a:off x="38654296" y="27434"/>
            <a:ext cx="2440205" cy="5744545"/>
          </a:xfrm>
          <a:prstGeom prst="chevron">
            <a:avLst>
              <a:gd name="adj" fmla="val 67647"/>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defTabSz="3706966"/>
            <a:endParaRPr lang="en-US" sz="7301" dirty="0">
              <a:latin typeface="Arial" charset="0"/>
            </a:endParaRPr>
          </a:p>
        </p:txBody>
      </p:sp>
      <p:pic>
        <p:nvPicPr>
          <p:cNvPr id="72" name="Picture 71">
            <a:extLst>
              <a:ext uri="{FF2B5EF4-FFF2-40B4-BE49-F238E27FC236}">
                <a16:creationId xmlns:a16="http://schemas.microsoft.com/office/drawing/2014/main" id="{9A0415CA-EC84-4D1F-83DB-7A857C1562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66720" y="2031110"/>
            <a:ext cx="8645539" cy="2436471"/>
          </a:xfrm>
          <a:prstGeom prst="rect">
            <a:avLst/>
          </a:prstGeom>
        </p:spPr>
      </p:pic>
      <p:sp>
        <p:nvSpPr>
          <p:cNvPr id="74" name="TextBox 73">
            <a:extLst>
              <a:ext uri="{FF2B5EF4-FFF2-40B4-BE49-F238E27FC236}">
                <a16:creationId xmlns:a16="http://schemas.microsoft.com/office/drawing/2014/main" id="{8BFD7D59-05B2-4253-855D-10EA8A2E373C}"/>
              </a:ext>
            </a:extLst>
          </p:cNvPr>
          <p:cNvSpPr txBox="1"/>
          <p:nvPr/>
        </p:nvSpPr>
        <p:spPr>
          <a:xfrm>
            <a:off x="41066144" y="212264"/>
            <a:ext cx="8970178" cy="2308324"/>
          </a:xfrm>
          <a:prstGeom prst="rect">
            <a:avLst/>
          </a:prstGeom>
          <a:noFill/>
        </p:spPr>
        <p:txBody>
          <a:bodyPr wrap="square" rtlCol="0">
            <a:spAutoFit/>
          </a:bodyPr>
          <a:lstStyle/>
          <a:p>
            <a:r>
              <a:rPr lang="en-US" sz="4800" b="1" baseline="30000" dirty="0">
                <a:solidFill>
                  <a:schemeClr val="bg1"/>
                </a:solidFill>
                <a:latin typeface="Calibri" panose="020F0502020204030204" pitchFamily="34" charset="0"/>
                <a:cs typeface="Calibri" panose="020F0502020204030204" pitchFamily="34" charset="0"/>
              </a:rPr>
              <a:t>1</a:t>
            </a:r>
            <a:r>
              <a:rPr lang="en-US" sz="4800" b="1" dirty="0">
                <a:solidFill>
                  <a:schemeClr val="bg1"/>
                </a:solidFill>
                <a:latin typeface="Calibri" panose="020F0502020204030204" pitchFamily="34" charset="0"/>
                <a:cs typeface="Calibri" panose="020F0502020204030204" pitchFamily="34" charset="0"/>
              </a:rPr>
              <a:t>WISCONSIN READING CENTER</a:t>
            </a:r>
          </a:p>
          <a:p>
            <a:r>
              <a:rPr lang="en-US" sz="4800" b="1" baseline="30000" dirty="0">
                <a:solidFill>
                  <a:schemeClr val="bg1"/>
                </a:solidFill>
                <a:latin typeface="Calibri" panose="020F0502020204030204" pitchFamily="34" charset="0"/>
                <a:cs typeface="Calibri" panose="020F0502020204030204" pitchFamily="34" charset="0"/>
              </a:rPr>
              <a:t>2</a:t>
            </a:r>
            <a:r>
              <a:rPr lang="en-US" sz="4800" b="1" dirty="0">
                <a:solidFill>
                  <a:schemeClr val="bg1"/>
                </a:solidFill>
                <a:latin typeface="Calibri" panose="020F0502020204030204" pitchFamily="34" charset="0"/>
                <a:cs typeface="Calibri" panose="020F0502020204030204" pitchFamily="34" charset="0"/>
              </a:rPr>
              <a:t>A-EYE Unit</a:t>
            </a:r>
          </a:p>
          <a:p>
            <a:r>
              <a:rPr lang="en-US" sz="4800" b="1" baseline="30000" dirty="0">
                <a:solidFill>
                  <a:schemeClr val="bg1"/>
                </a:solidFill>
                <a:latin typeface="Calibri" panose="020F0502020204030204" pitchFamily="34" charset="0"/>
                <a:cs typeface="Calibri" panose="020F0502020204030204" pitchFamily="34" charset="0"/>
              </a:rPr>
              <a:t>3</a:t>
            </a:r>
            <a:r>
              <a:rPr lang="en-US" sz="4800" b="1" dirty="0">
                <a:solidFill>
                  <a:schemeClr val="bg1"/>
                </a:solidFill>
                <a:latin typeface="Calibri" panose="020F0502020204030204" pitchFamily="34" charset="0"/>
                <a:cs typeface="Calibri" panose="020F0502020204030204" pitchFamily="34" charset="0"/>
              </a:rPr>
              <a:t>Annexon Biosciences</a:t>
            </a:r>
            <a:endParaRPr lang="en-US" sz="4800" b="1" baseline="30000" dirty="0">
              <a:solidFill>
                <a:schemeClr val="bg1"/>
              </a:solidFill>
              <a:latin typeface="Calibri" panose="020F0502020204030204" pitchFamily="34" charset="0"/>
              <a:cs typeface="Calibri" panose="020F0502020204030204" pitchFamily="34" charset="0"/>
            </a:endParaRPr>
          </a:p>
        </p:txBody>
      </p:sp>
      <p:sp>
        <p:nvSpPr>
          <p:cNvPr id="95" name="Rounded Rectangle 49">
            <a:extLst>
              <a:ext uri="{FF2B5EF4-FFF2-40B4-BE49-F238E27FC236}">
                <a16:creationId xmlns:a16="http://schemas.microsoft.com/office/drawing/2014/main" id="{38C1A114-9950-41A3-998E-73FE6EE5F552}"/>
              </a:ext>
            </a:extLst>
          </p:cNvPr>
          <p:cNvSpPr/>
          <p:nvPr/>
        </p:nvSpPr>
        <p:spPr bwMode="auto">
          <a:xfrm>
            <a:off x="38671570" y="32762257"/>
            <a:ext cx="10439400" cy="840665"/>
          </a:xfrm>
          <a:prstGeom prst="roundRect">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a:effectLst/>
        </p:spPr>
        <p:txBody>
          <a:bodyPr wrap="none" anchor="ctr"/>
          <a:lstStyle/>
          <a:p>
            <a:pPr defTabSz="3706966">
              <a:spcBef>
                <a:spcPct val="50000"/>
              </a:spcBef>
              <a:defRPr/>
            </a:pPr>
            <a:r>
              <a:rPr lang="en-US" sz="5400" b="1" dirty="0">
                <a:solidFill>
                  <a:schemeClr val="bg1"/>
                </a:solidFill>
                <a:latin typeface="Arial" charset="0"/>
                <a:cs typeface="Arial" charset="0"/>
              </a:rPr>
              <a:t> References </a:t>
            </a:r>
          </a:p>
        </p:txBody>
      </p:sp>
      <p:pic>
        <p:nvPicPr>
          <p:cNvPr id="104" name="Picture 103">
            <a:extLst>
              <a:ext uri="{FF2B5EF4-FFF2-40B4-BE49-F238E27FC236}">
                <a16:creationId xmlns:a16="http://schemas.microsoft.com/office/drawing/2014/main" id="{88A8468A-5643-4189-BFEC-0BE8C9DA73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71710" y="4467582"/>
            <a:ext cx="3577167" cy="959867"/>
          </a:xfrm>
          <a:prstGeom prst="rect">
            <a:avLst/>
          </a:prstGeom>
        </p:spPr>
      </p:pic>
      <p:sp>
        <p:nvSpPr>
          <p:cNvPr id="109" name="TextBox 119">
            <a:extLst>
              <a:ext uri="{FF2B5EF4-FFF2-40B4-BE49-F238E27FC236}">
                <a16:creationId xmlns:a16="http://schemas.microsoft.com/office/drawing/2014/main" id="{C1D5BA75-74D9-4E0C-8507-2A6B64FC0DAC}"/>
              </a:ext>
            </a:extLst>
          </p:cNvPr>
          <p:cNvSpPr txBox="1">
            <a:spLocks noChangeArrowheads="1"/>
          </p:cNvSpPr>
          <p:nvPr/>
        </p:nvSpPr>
        <p:spPr bwMode="auto">
          <a:xfrm>
            <a:off x="791619" y="36678819"/>
            <a:ext cx="12268196"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9500">
                <a:solidFill>
                  <a:schemeClr val="tx1"/>
                </a:solidFill>
                <a:latin typeface="Arial" panose="020B0604020202020204" pitchFamily="34" charset="0"/>
              </a:defRPr>
            </a:lvl1pPr>
            <a:lvl2pPr marL="742950" indent="-285750" eaLnBrk="0" hangingPunct="0">
              <a:defRPr sz="9500">
                <a:solidFill>
                  <a:schemeClr val="tx1"/>
                </a:solidFill>
                <a:latin typeface="Arial" panose="020B0604020202020204" pitchFamily="34" charset="0"/>
              </a:defRPr>
            </a:lvl2pPr>
            <a:lvl3pPr marL="1143000" indent="-228600" eaLnBrk="0" hangingPunct="0">
              <a:defRPr sz="9500">
                <a:solidFill>
                  <a:schemeClr val="tx1"/>
                </a:solidFill>
                <a:latin typeface="Arial" panose="020B0604020202020204" pitchFamily="34" charset="0"/>
              </a:defRPr>
            </a:lvl3pPr>
            <a:lvl4pPr marL="1600200" indent="-228600" eaLnBrk="0" hangingPunct="0">
              <a:defRPr sz="9500">
                <a:solidFill>
                  <a:schemeClr val="tx1"/>
                </a:solidFill>
                <a:latin typeface="Arial" panose="020B0604020202020204" pitchFamily="34" charset="0"/>
              </a:defRPr>
            </a:lvl4pPr>
            <a:lvl5pPr marL="2057400" indent="-228600" eaLnBrk="0" hangingPunct="0">
              <a:defRPr sz="9500">
                <a:solidFill>
                  <a:schemeClr val="tx1"/>
                </a:solidFill>
                <a:latin typeface="Arial" panose="020B0604020202020204" pitchFamily="34" charset="0"/>
              </a:defRPr>
            </a:lvl5pPr>
            <a:lvl6pPr marL="2514600" indent="-228600" algn="ctr" eaLnBrk="0" fontAlgn="base" hangingPunct="0">
              <a:spcBef>
                <a:spcPct val="0"/>
              </a:spcBef>
              <a:spcAft>
                <a:spcPct val="0"/>
              </a:spcAft>
              <a:defRPr sz="9500">
                <a:solidFill>
                  <a:schemeClr val="tx1"/>
                </a:solidFill>
                <a:latin typeface="Arial" panose="020B0604020202020204" pitchFamily="34" charset="0"/>
              </a:defRPr>
            </a:lvl6pPr>
            <a:lvl7pPr marL="2971800" indent="-228600" algn="ctr" eaLnBrk="0" fontAlgn="base" hangingPunct="0">
              <a:spcBef>
                <a:spcPct val="0"/>
              </a:spcBef>
              <a:spcAft>
                <a:spcPct val="0"/>
              </a:spcAft>
              <a:defRPr sz="9500">
                <a:solidFill>
                  <a:schemeClr val="tx1"/>
                </a:solidFill>
                <a:latin typeface="Arial" panose="020B0604020202020204" pitchFamily="34" charset="0"/>
              </a:defRPr>
            </a:lvl7pPr>
            <a:lvl8pPr marL="3429000" indent="-228600" algn="ctr" eaLnBrk="0" fontAlgn="base" hangingPunct="0">
              <a:spcBef>
                <a:spcPct val="0"/>
              </a:spcBef>
              <a:spcAft>
                <a:spcPct val="0"/>
              </a:spcAft>
              <a:defRPr sz="9500">
                <a:solidFill>
                  <a:schemeClr val="tx1"/>
                </a:solidFill>
                <a:latin typeface="Arial" panose="020B0604020202020204" pitchFamily="34" charset="0"/>
              </a:defRPr>
            </a:lvl8pPr>
            <a:lvl9pPr marL="3886200" indent="-228600" algn="ctr" eaLnBrk="0" fontAlgn="base" hangingPunct="0">
              <a:spcBef>
                <a:spcPct val="0"/>
              </a:spcBef>
              <a:spcAft>
                <a:spcPct val="0"/>
              </a:spcAft>
              <a:defRPr sz="9500">
                <a:solidFill>
                  <a:schemeClr val="tx1"/>
                </a:solidFill>
                <a:latin typeface="Arial" panose="020B0604020202020204" pitchFamily="34" charset="0"/>
              </a:defRPr>
            </a:lvl9pPr>
          </a:lstStyle>
          <a:p>
            <a:pPr eaLnBrk="1" hangingPunct="1"/>
            <a:r>
              <a:rPr lang="en-US" altLang="en-US" sz="2800" b="1" dirty="0"/>
              <a:t>Commercial interest disclosures:  NONE for RB, RS, JB, GA, JP, RV, BB, RC, AD</a:t>
            </a:r>
          </a:p>
          <a:p>
            <a:pPr eaLnBrk="1" hangingPunct="1"/>
            <a:r>
              <a:rPr lang="en-US" altLang="en-US" sz="2800" b="1" dirty="0"/>
              <a:t>DF is an employee of Annexon Biosciences</a:t>
            </a:r>
          </a:p>
        </p:txBody>
      </p:sp>
      <p:sp>
        <p:nvSpPr>
          <p:cNvPr id="7" name="TextBox 6">
            <a:extLst>
              <a:ext uri="{FF2B5EF4-FFF2-40B4-BE49-F238E27FC236}">
                <a16:creationId xmlns:a16="http://schemas.microsoft.com/office/drawing/2014/main" id="{788EE86C-3B8D-4510-AFC4-C78C76D17FBE}"/>
              </a:ext>
            </a:extLst>
          </p:cNvPr>
          <p:cNvSpPr txBox="1"/>
          <p:nvPr/>
        </p:nvSpPr>
        <p:spPr>
          <a:xfrm>
            <a:off x="37110887" y="33930984"/>
            <a:ext cx="13804027" cy="4031873"/>
          </a:xfrm>
          <a:prstGeom prst="rect">
            <a:avLst/>
          </a:prstGeom>
          <a:noFill/>
        </p:spPr>
        <p:txBody>
          <a:bodyPr wrap="square" rtlCol="0">
            <a:spAutoFit/>
          </a:bodyPr>
          <a:lstStyle/>
          <a:p>
            <a:pPr algn="l"/>
            <a:r>
              <a:rPr lang="en-US" sz="3200" dirty="0"/>
              <a:t>1. Bailly A, Blanc C, Francis É, et al. Effects of dataset size and interactions on the prediction performance of logistic regression and deep learning models. Computer Methods and Programs in Biomedicine. 2022/01/01/ 2022;213:106504. </a:t>
            </a:r>
          </a:p>
          <a:p>
            <a:pPr algn="l"/>
            <a:r>
              <a:rPr lang="en-US" sz="3200" dirty="0">
                <a:effectLst/>
                <a:latin typeface="Calibri" panose="020F0502020204030204" pitchFamily="34" charset="0"/>
                <a:ea typeface="Calibri" panose="020F0502020204030204" pitchFamily="34" charset="0"/>
                <a:cs typeface="Times New Roman" panose="02020603050405020304" pitchFamily="18" charset="0"/>
              </a:rPr>
              <a:t>2</a:t>
            </a:r>
            <a:r>
              <a:rPr lang="en-US" sz="3200" dirty="0"/>
              <a:t>. Domalpally A, Danis R, Agron E, Blodi B, Clemons T, Chew E. Evaluation of Geographic Atrophy from Color Photographs and Fundus Autofluorescence Images: Age-Related Eye Disease Study 2 Report Number 11. Ophthalmology. Jul 19 2016</a:t>
            </a:r>
          </a:p>
        </p:txBody>
      </p:sp>
      <p:pic>
        <p:nvPicPr>
          <p:cNvPr id="4" name="Picture 3" descr="Chart, box and whisker chart&#10;&#10;Description automatically generated">
            <a:extLst>
              <a:ext uri="{FF2B5EF4-FFF2-40B4-BE49-F238E27FC236}">
                <a16:creationId xmlns:a16="http://schemas.microsoft.com/office/drawing/2014/main" id="{1AFAB2EE-7720-0DB9-5BD9-6BC73275D9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993459" y="13724558"/>
            <a:ext cx="12406523" cy="9172909"/>
          </a:xfrm>
          <a:prstGeom prst="rect">
            <a:avLst/>
          </a:prstGeom>
        </p:spPr>
      </p:pic>
      <p:sp>
        <p:nvSpPr>
          <p:cNvPr id="5" name="TextBox 4">
            <a:extLst>
              <a:ext uri="{FF2B5EF4-FFF2-40B4-BE49-F238E27FC236}">
                <a16:creationId xmlns:a16="http://schemas.microsoft.com/office/drawing/2014/main" id="{9101AFE9-079D-EC9C-F0D0-70B75007DF72}"/>
              </a:ext>
            </a:extLst>
          </p:cNvPr>
          <p:cNvSpPr txBox="1"/>
          <p:nvPr/>
        </p:nvSpPr>
        <p:spPr>
          <a:xfrm>
            <a:off x="962633" y="7672863"/>
            <a:ext cx="11061430" cy="9756517"/>
          </a:xfrm>
          <a:prstGeom prst="rect">
            <a:avLst/>
          </a:prstGeom>
          <a:noFill/>
        </p:spPr>
        <p:txBody>
          <a:bodyPr wrap="square" rtlCol="0">
            <a:spAutoFit/>
          </a:bodyPr>
          <a:lstStyle/>
          <a:p>
            <a:pPr marL="457200" indent="-457200" algn="l">
              <a:buFont typeface="Arial" panose="020B0604020202020204" pitchFamily="34" charset="0"/>
              <a:buChar char="•"/>
            </a:pPr>
            <a:r>
              <a:rPr lang="en-US" sz="3600" dirty="0"/>
              <a:t>Data is expensive and time consuming to explain and annotate</a:t>
            </a:r>
          </a:p>
          <a:p>
            <a:pPr marL="457200" indent="-457200" algn="l">
              <a:buFont typeface="Arial" panose="020B0604020202020204" pitchFamily="34" charset="0"/>
              <a:buChar char="•"/>
            </a:pPr>
            <a:r>
              <a:rPr lang="en-US" sz="3600" dirty="0"/>
              <a:t>One of the most important questions for experiments is “How much data do we need”</a:t>
            </a:r>
          </a:p>
          <a:p>
            <a:pPr marL="1540313" lvl="1" indent="-457200" algn="l">
              <a:buFont typeface="Arial" panose="020B0604020202020204" pitchFamily="34" charset="0"/>
              <a:buChar char="•"/>
            </a:pPr>
            <a:r>
              <a:rPr lang="en-US" sz="3600" dirty="0"/>
              <a:t>The answer is often “As much as we can get”</a:t>
            </a:r>
          </a:p>
          <a:p>
            <a:pPr marL="1540313" lvl="1" indent="-457200" algn="l">
              <a:buFont typeface="Arial" panose="020B0604020202020204" pitchFamily="34" charset="0"/>
              <a:buChar char="•"/>
            </a:pPr>
            <a:r>
              <a:rPr lang="en-US" sz="3600" dirty="0"/>
              <a:t>More is better</a:t>
            </a:r>
          </a:p>
          <a:p>
            <a:pPr marL="457200" indent="-457200" algn="l">
              <a:buFont typeface="Arial" panose="020B0604020202020204" pitchFamily="34" charset="0"/>
              <a:buChar char="•"/>
            </a:pPr>
            <a:r>
              <a:rPr lang="en-US" sz="3600" dirty="0"/>
              <a:t>Geographic Atrophy (GA) is a debilitating eye disease with only a single approved treatment</a:t>
            </a:r>
          </a:p>
          <a:p>
            <a:pPr marL="457200" indent="-457200" algn="l">
              <a:buFont typeface="Arial" panose="020B0604020202020204" pitchFamily="34" charset="0"/>
              <a:buChar char="•"/>
            </a:pPr>
            <a:r>
              <a:rPr lang="en-US" sz="3600" dirty="0"/>
              <a:t>The standard modality to measure GA is Fundus Autofluorescence, which is not widely available, limiting the number of examples that can be used for Deep Learning (DL) or Artificial Intelligence (AI) Models.</a:t>
            </a:r>
          </a:p>
          <a:p>
            <a:pPr marL="457200" indent="-457200" algn="l">
              <a:buFont typeface="Arial" panose="020B0604020202020204" pitchFamily="34" charset="0"/>
              <a:buChar char="•"/>
            </a:pPr>
            <a:endParaRPr lang="en-US" sz="3600" dirty="0"/>
          </a:p>
          <a:p>
            <a:pPr marL="457200" indent="-457200" algn="l">
              <a:buFont typeface="Arial" panose="020B0604020202020204" pitchFamily="34" charset="0"/>
              <a:buChar char="•"/>
            </a:pPr>
            <a:r>
              <a:rPr lang="en-US" sz="4400" b="1" dirty="0"/>
              <a:t>What effect does sample size have on the performance of AI models?</a:t>
            </a:r>
          </a:p>
          <a:p>
            <a:pPr marL="457200" indent="-457200" algn="l">
              <a:buFont typeface="Arial" panose="020B0604020202020204" pitchFamily="34" charset="0"/>
              <a:buChar char="•"/>
            </a:pPr>
            <a:endParaRPr lang="en-US" sz="3600" dirty="0"/>
          </a:p>
        </p:txBody>
      </p:sp>
      <p:sp>
        <p:nvSpPr>
          <p:cNvPr id="6" name="TextBox 5">
            <a:extLst>
              <a:ext uri="{FF2B5EF4-FFF2-40B4-BE49-F238E27FC236}">
                <a16:creationId xmlns:a16="http://schemas.microsoft.com/office/drawing/2014/main" id="{6C04A2AF-4F0E-95D3-609A-2640BEC2B66B}"/>
              </a:ext>
            </a:extLst>
          </p:cNvPr>
          <p:cNvSpPr txBox="1"/>
          <p:nvPr/>
        </p:nvSpPr>
        <p:spPr>
          <a:xfrm>
            <a:off x="717882" y="18311013"/>
            <a:ext cx="12617117" cy="17943374"/>
          </a:xfrm>
          <a:prstGeom prst="rect">
            <a:avLst/>
          </a:prstGeom>
          <a:noFill/>
        </p:spPr>
        <p:txBody>
          <a:bodyPr wrap="square" rtlCol="0">
            <a:spAutoFit/>
          </a:bodyPr>
          <a:lstStyle/>
          <a:p>
            <a:pPr marL="457200" indent="-457200" algn="l">
              <a:buFont typeface="Arial" panose="020B0604020202020204" pitchFamily="34" charset="0"/>
              <a:buChar char="•"/>
            </a:pPr>
            <a:r>
              <a:rPr lang="en-US" sz="4000" dirty="0"/>
              <a:t>1515 Autofluorescence images from Age-Related Eye Disease Study 2 were used in the training set</a:t>
            </a:r>
          </a:p>
          <a:p>
            <a:pPr marL="457200" indent="-457200" algn="l">
              <a:buFont typeface="Arial" panose="020B0604020202020204" pitchFamily="34" charset="0"/>
              <a:buChar char="•"/>
            </a:pPr>
            <a:r>
              <a:rPr lang="en-US" sz="4000" dirty="0"/>
              <a:t>An independent set of 511 images were used for validation</a:t>
            </a:r>
          </a:p>
          <a:p>
            <a:pPr marL="571500" indent="-571500" algn="l">
              <a:buFont typeface="Arial" panose="020B0604020202020204" pitchFamily="34" charset="0"/>
              <a:buChar char="•"/>
            </a:pPr>
            <a:r>
              <a:rPr lang="en-US" sz="4000" dirty="0"/>
              <a:t>At each percent level an EffcientNetB0 was trained on either the full training set (p=100) or a random subset of the training set (p&lt;100).</a:t>
            </a:r>
          </a:p>
          <a:p>
            <a:pPr marL="571500" indent="-571500" algn="l">
              <a:buFont typeface="Arial" panose="020B0604020202020204" pitchFamily="34" charset="0"/>
              <a:buChar char="•"/>
            </a:pPr>
            <a:r>
              <a:rPr lang="en-US" sz="4000" dirty="0"/>
              <a:t>The target of the model was the area of GA as measured by human graders.  The AI was trained to predict the area in mm</a:t>
            </a:r>
            <a:r>
              <a:rPr lang="en-US" sz="4000" baseline="30000" dirty="0"/>
              <a:t>2</a:t>
            </a:r>
          </a:p>
          <a:p>
            <a:pPr marL="571500" indent="-571500" algn="l">
              <a:buFont typeface="Arial" panose="020B0604020202020204" pitchFamily="34" charset="0"/>
              <a:buChar char="•"/>
            </a:pPr>
            <a:endParaRPr lang="en-US" sz="4000" baseline="30000" dirty="0"/>
          </a:p>
          <a:p>
            <a:pPr marL="571500" indent="-571500" algn="l">
              <a:buFont typeface="Arial" panose="020B0604020202020204" pitchFamily="34" charset="0"/>
              <a:buChar char="•"/>
            </a:pPr>
            <a:endParaRPr lang="en-US" sz="4000" baseline="30000" dirty="0"/>
          </a:p>
          <a:p>
            <a:pPr marL="571500" indent="-571500" algn="l">
              <a:buFont typeface="Arial" panose="020B0604020202020204" pitchFamily="34" charset="0"/>
              <a:buChar char="•"/>
            </a:pPr>
            <a:endParaRPr lang="en-US" sz="4000" baseline="30000" dirty="0"/>
          </a:p>
          <a:p>
            <a:pPr marL="571500" indent="-571500" algn="l">
              <a:buFont typeface="Arial" panose="020B0604020202020204" pitchFamily="34" charset="0"/>
              <a:buChar char="•"/>
            </a:pPr>
            <a:endParaRPr lang="en-US" sz="4000" baseline="30000" dirty="0"/>
          </a:p>
          <a:p>
            <a:pPr marL="571500" indent="-571500" algn="l">
              <a:buFont typeface="Arial" panose="020B0604020202020204" pitchFamily="34" charset="0"/>
              <a:buChar char="•"/>
            </a:pPr>
            <a:endParaRPr lang="en-US" sz="4000" baseline="30000" dirty="0"/>
          </a:p>
          <a:p>
            <a:pPr marL="571500" indent="-571500" algn="l">
              <a:buFont typeface="Arial" panose="020B0604020202020204" pitchFamily="34" charset="0"/>
              <a:buChar char="•"/>
            </a:pPr>
            <a:endParaRPr lang="en-US" sz="4000" baseline="30000" dirty="0"/>
          </a:p>
          <a:p>
            <a:pPr marL="571500" indent="-571500" algn="l">
              <a:buFont typeface="Arial" panose="020B0604020202020204" pitchFamily="34" charset="0"/>
              <a:buChar char="•"/>
            </a:pPr>
            <a:endParaRPr lang="en-US" sz="4000" baseline="30000" dirty="0"/>
          </a:p>
          <a:p>
            <a:pPr marL="571500" indent="-571500" algn="l">
              <a:buFont typeface="Arial" panose="020B0604020202020204" pitchFamily="34" charset="0"/>
              <a:buChar char="•"/>
            </a:pPr>
            <a:endParaRPr lang="en-US" sz="4000" baseline="30000" dirty="0"/>
          </a:p>
          <a:p>
            <a:pPr marL="571500" indent="-571500" algn="l">
              <a:buFont typeface="Arial" panose="020B0604020202020204" pitchFamily="34" charset="0"/>
              <a:buChar char="•"/>
            </a:pPr>
            <a:endParaRPr lang="en-US" sz="4000" baseline="30000" dirty="0"/>
          </a:p>
          <a:p>
            <a:pPr marL="571500" indent="-571500" algn="l">
              <a:buFont typeface="Arial" panose="020B0604020202020204" pitchFamily="34" charset="0"/>
              <a:buChar char="•"/>
            </a:pPr>
            <a:endParaRPr lang="en-US" sz="4000" baseline="30000" dirty="0"/>
          </a:p>
          <a:p>
            <a:pPr marL="571500" indent="-571500" algn="l">
              <a:buFont typeface="Arial" panose="020B0604020202020204" pitchFamily="34" charset="0"/>
              <a:buChar char="•"/>
            </a:pPr>
            <a:endParaRPr lang="en-US" sz="4000" baseline="30000" dirty="0"/>
          </a:p>
          <a:p>
            <a:pPr marL="571500" indent="-571500" algn="l">
              <a:buFont typeface="Arial" panose="020B0604020202020204" pitchFamily="34" charset="0"/>
              <a:buChar char="•"/>
            </a:pPr>
            <a:endParaRPr lang="en-US" sz="4000" baseline="30000" dirty="0"/>
          </a:p>
          <a:p>
            <a:pPr marL="457200" indent="-457200" algn="l">
              <a:buFont typeface="Arial" panose="020B0604020202020204" pitchFamily="34" charset="0"/>
              <a:buChar char="•"/>
            </a:pPr>
            <a:endParaRPr lang="en-US" sz="4000" dirty="0"/>
          </a:p>
          <a:p>
            <a:pPr marL="457200" indent="-457200" algn="l">
              <a:buFont typeface="Arial" panose="020B0604020202020204" pitchFamily="34" charset="0"/>
              <a:buChar char="•"/>
            </a:pPr>
            <a:r>
              <a:rPr lang="en-US" sz="4000" dirty="0"/>
              <a:t>At p = (100,75,50,25,10,5,2) a p percent random subset of the training data was selected and used to train the model, while the validation set was held constant at n=511</a:t>
            </a:r>
          </a:p>
          <a:p>
            <a:pPr marL="457200" indent="-457200" algn="l">
              <a:buFont typeface="Arial" panose="020B0604020202020204" pitchFamily="34" charset="0"/>
              <a:buChar char="•"/>
            </a:pPr>
            <a:r>
              <a:rPr lang="en-US" sz="4000" dirty="0"/>
              <a:t>Analysis:</a:t>
            </a:r>
          </a:p>
          <a:p>
            <a:pPr marL="1540313" lvl="1" indent="-457200" algn="l">
              <a:buFont typeface="Arial" panose="020B0604020202020204" pitchFamily="34" charset="0"/>
              <a:buChar char="•"/>
            </a:pPr>
            <a:r>
              <a:rPr lang="en-US" sz="4000" dirty="0"/>
              <a:t>The lowest MSE validation loss for each run</a:t>
            </a:r>
          </a:p>
          <a:p>
            <a:pPr marL="1540313" lvl="1" indent="-457200" algn="l">
              <a:buFont typeface="Arial" panose="020B0604020202020204" pitchFamily="34" charset="0"/>
              <a:buChar char="•"/>
            </a:pPr>
            <a:r>
              <a:rPr lang="en-US" sz="4000" dirty="0"/>
              <a:t> The number of training steps; the batch size was held constant so each training step represents a forward and backward pass of the network and is a metric for the time to train.</a:t>
            </a:r>
          </a:p>
        </p:txBody>
      </p:sp>
      <p:pic>
        <p:nvPicPr>
          <p:cNvPr id="11" name="Picture 10">
            <a:extLst>
              <a:ext uri="{FF2B5EF4-FFF2-40B4-BE49-F238E27FC236}">
                <a16:creationId xmlns:a16="http://schemas.microsoft.com/office/drawing/2014/main" id="{A3688E1D-E7EF-EE78-21B7-12518BCB06FB}"/>
              </a:ext>
            </a:extLst>
          </p:cNvPr>
          <p:cNvPicPr>
            <a:picLocks noChangeAspect="1"/>
          </p:cNvPicPr>
          <p:nvPr/>
        </p:nvPicPr>
        <p:blipFill>
          <a:blip r:embed="rId6"/>
          <a:stretch>
            <a:fillRect/>
          </a:stretch>
        </p:blipFill>
        <p:spPr>
          <a:xfrm>
            <a:off x="857379" y="24733612"/>
            <a:ext cx="4360249" cy="4271866"/>
          </a:xfrm>
          <a:prstGeom prst="rect">
            <a:avLst/>
          </a:prstGeom>
        </p:spPr>
      </p:pic>
      <p:sp>
        <p:nvSpPr>
          <p:cNvPr id="12" name="TextBox 11">
            <a:extLst>
              <a:ext uri="{FF2B5EF4-FFF2-40B4-BE49-F238E27FC236}">
                <a16:creationId xmlns:a16="http://schemas.microsoft.com/office/drawing/2014/main" id="{044DC4D2-1664-B457-88AB-6443E83F6FB1}"/>
              </a:ext>
            </a:extLst>
          </p:cNvPr>
          <p:cNvSpPr txBox="1"/>
          <p:nvPr/>
        </p:nvSpPr>
        <p:spPr>
          <a:xfrm>
            <a:off x="5217628" y="27118461"/>
            <a:ext cx="7942910" cy="2554545"/>
          </a:xfrm>
          <a:prstGeom prst="rect">
            <a:avLst/>
          </a:prstGeom>
          <a:noFill/>
          <a:ln>
            <a:solidFill>
              <a:schemeClr val="tx1"/>
            </a:solidFill>
          </a:ln>
        </p:spPr>
        <p:txBody>
          <a:bodyPr wrap="square" rtlCol="0">
            <a:spAutoFit/>
          </a:bodyPr>
          <a:lstStyle/>
          <a:p>
            <a:r>
              <a:rPr lang="en-US" sz="4000" dirty="0"/>
              <a:t>Given only this Black and White Fundus Autofluorescence Image, the Neural Network is trained to predict an area (number only)</a:t>
            </a:r>
          </a:p>
        </p:txBody>
      </p:sp>
      <p:pic>
        <p:nvPicPr>
          <p:cNvPr id="17" name="Picture 16">
            <a:extLst>
              <a:ext uri="{FF2B5EF4-FFF2-40B4-BE49-F238E27FC236}">
                <a16:creationId xmlns:a16="http://schemas.microsoft.com/office/drawing/2014/main" id="{406CA0CD-F5A5-BA00-D4D5-3671F280D3D8}"/>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05050" y="24436815"/>
            <a:ext cx="3941597" cy="2622954"/>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DC653F04-7F8F-1D0F-B8AA-01479B5E8662}"/>
              </a:ext>
            </a:extLst>
          </p:cNvPr>
          <p:cNvSpPr txBox="1"/>
          <p:nvPr/>
        </p:nvSpPr>
        <p:spPr>
          <a:xfrm>
            <a:off x="8704188" y="25394349"/>
            <a:ext cx="4191000" cy="707886"/>
          </a:xfrm>
          <a:prstGeom prst="rect">
            <a:avLst/>
          </a:prstGeom>
          <a:noFill/>
        </p:spPr>
        <p:txBody>
          <a:bodyPr wrap="square" rtlCol="0">
            <a:spAutoFit/>
          </a:bodyPr>
          <a:lstStyle/>
          <a:p>
            <a:r>
              <a:rPr lang="en-US" sz="4000" dirty="0"/>
              <a:t>8.53 mm </a:t>
            </a:r>
            <a:r>
              <a:rPr lang="en-US" sz="4000" baseline="30000" dirty="0"/>
              <a:t>2</a:t>
            </a:r>
          </a:p>
        </p:txBody>
      </p:sp>
      <p:graphicFrame>
        <p:nvGraphicFramePr>
          <p:cNvPr id="21" name="Table 21">
            <a:extLst>
              <a:ext uri="{FF2B5EF4-FFF2-40B4-BE49-F238E27FC236}">
                <a16:creationId xmlns:a16="http://schemas.microsoft.com/office/drawing/2014/main" id="{DBCF55C7-7F4B-A106-043E-220686512131}"/>
              </a:ext>
            </a:extLst>
          </p:cNvPr>
          <p:cNvGraphicFramePr>
            <a:graphicFrameLocks noGrp="1"/>
          </p:cNvGraphicFramePr>
          <p:nvPr>
            <p:extLst>
              <p:ext uri="{D42A27DB-BD31-4B8C-83A1-F6EECF244321}">
                <p14:modId xmlns:p14="http://schemas.microsoft.com/office/powerpoint/2010/main" val="4104806085"/>
              </p:ext>
            </p:extLst>
          </p:nvPr>
        </p:nvGraphicFramePr>
        <p:xfrm>
          <a:off x="14548295" y="6693056"/>
          <a:ext cx="21688480" cy="6766560"/>
        </p:xfrm>
        <a:graphic>
          <a:graphicData uri="http://schemas.openxmlformats.org/drawingml/2006/table">
            <a:tbl>
              <a:tblPr firstRow="1" bandRow="1">
                <a:tableStyleId>{073A0DAA-6AF3-43AB-8588-CEC1D06C72B9}</a:tableStyleId>
              </a:tblPr>
              <a:tblGrid>
                <a:gridCol w="3765081">
                  <a:extLst>
                    <a:ext uri="{9D8B030D-6E8A-4147-A177-3AD203B41FA5}">
                      <a16:colId xmlns:a16="http://schemas.microsoft.com/office/drawing/2014/main" val="451612959"/>
                    </a:ext>
                  </a:extLst>
                </a:gridCol>
                <a:gridCol w="3765081">
                  <a:extLst>
                    <a:ext uri="{9D8B030D-6E8A-4147-A177-3AD203B41FA5}">
                      <a16:colId xmlns:a16="http://schemas.microsoft.com/office/drawing/2014/main" val="1986273925"/>
                    </a:ext>
                  </a:extLst>
                </a:gridCol>
                <a:gridCol w="4090402">
                  <a:extLst>
                    <a:ext uri="{9D8B030D-6E8A-4147-A177-3AD203B41FA5}">
                      <a16:colId xmlns:a16="http://schemas.microsoft.com/office/drawing/2014/main" val="4202538481"/>
                    </a:ext>
                  </a:extLst>
                </a:gridCol>
                <a:gridCol w="5784149">
                  <a:extLst>
                    <a:ext uri="{9D8B030D-6E8A-4147-A177-3AD203B41FA5}">
                      <a16:colId xmlns:a16="http://schemas.microsoft.com/office/drawing/2014/main" val="2584570514"/>
                    </a:ext>
                  </a:extLst>
                </a:gridCol>
                <a:gridCol w="4283767">
                  <a:extLst>
                    <a:ext uri="{9D8B030D-6E8A-4147-A177-3AD203B41FA5}">
                      <a16:colId xmlns:a16="http://schemas.microsoft.com/office/drawing/2014/main" val="3243979613"/>
                    </a:ext>
                  </a:extLst>
                </a:gridCol>
              </a:tblGrid>
              <a:tr h="524344">
                <a:tc>
                  <a:txBody>
                    <a:bodyPr/>
                    <a:lstStyle/>
                    <a:p>
                      <a:pPr algn="ctr"/>
                      <a:r>
                        <a:rPr lang="en-US" sz="3600" dirty="0"/>
                        <a:t>Training Sample size</a:t>
                      </a:r>
                    </a:p>
                  </a:txBody>
                  <a:tcPr/>
                </a:tc>
                <a:tc>
                  <a:txBody>
                    <a:bodyPr/>
                    <a:lstStyle/>
                    <a:p>
                      <a:pPr algn="ctr"/>
                      <a:r>
                        <a:rPr lang="en-US" sz="3600" dirty="0"/>
                        <a:t>Percentage of available training sample</a:t>
                      </a:r>
                    </a:p>
                  </a:txBody>
                  <a:tcPr/>
                </a:tc>
                <a:tc>
                  <a:txBody>
                    <a:bodyPr/>
                    <a:lstStyle/>
                    <a:p>
                      <a:pPr algn="ctr"/>
                      <a:r>
                        <a:rPr lang="en-US" sz="3600" dirty="0"/>
                        <a:t>Mean area on training set</a:t>
                      </a:r>
                    </a:p>
                    <a:p>
                      <a:pPr algn="ctr"/>
                      <a:r>
                        <a:rPr lang="en-US" sz="3600" dirty="0"/>
                        <a:t> ( n = 511 )</a:t>
                      </a:r>
                    </a:p>
                  </a:txBody>
                  <a:tcPr/>
                </a:tc>
                <a:tc>
                  <a:txBody>
                    <a:bodyPr/>
                    <a:lstStyle/>
                    <a:p>
                      <a:pPr algn="ctr"/>
                      <a:r>
                        <a:rPr lang="en-US" sz="3600" dirty="0"/>
                        <a:t>Mean difference between ground truth and AI prediction ( 95% CI)</a:t>
                      </a:r>
                    </a:p>
                  </a:txBody>
                  <a:tcPr/>
                </a:tc>
                <a:tc>
                  <a:txBody>
                    <a:bodyPr/>
                    <a:lstStyle/>
                    <a:p>
                      <a:pPr algn="ctr"/>
                      <a:r>
                        <a:rPr lang="en-US" sz="3600" dirty="0"/>
                        <a:t>Intraclass Correlation (ICC)</a:t>
                      </a:r>
                    </a:p>
                  </a:txBody>
                  <a:tcPr/>
                </a:tc>
                <a:extLst>
                  <a:ext uri="{0D108BD9-81ED-4DB2-BD59-A6C34878D82A}">
                    <a16:rowId xmlns:a16="http://schemas.microsoft.com/office/drawing/2014/main" val="2697162559"/>
                  </a:ext>
                </a:extLst>
              </a:tr>
              <a:tr h="0">
                <a:tc>
                  <a:txBody>
                    <a:bodyPr/>
                    <a:lstStyle/>
                    <a:p>
                      <a:pPr algn="ctr"/>
                      <a:r>
                        <a:rPr lang="en-US" sz="3600" dirty="0"/>
                        <a:t>1515</a:t>
                      </a:r>
                    </a:p>
                  </a:txBody>
                  <a:tcPr/>
                </a:tc>
                <a:tc>
                  <a:txBody>
                    <a:bodyPr/>
                    <a:lstStyle/>
                    <a:p>
                      <a:pPr algn="ctr"/>
                      <a:r>
                        <a:rPr lang="en-US" sz="3600" dirty="0"/>
                        <a:t>100%</a:t>
                      </a:r>
                    </a:p>
                  </a:txBody>
                  <a:tcPr/>
                </a:tc>
                <a:tc>
                  <a:txBody>
                    <a:bodyPr/>
                    <a:lstStyle/>
                    <a:p>
                      <a:pPr algn="ctr"/>
                      <a:r>
                        <a:rPr lang="en-US" sz="3600" dirty="0"/>
                        <a:t>5.37</a:t>
                      </a:r>
                    </a:p>
                  </a:txBody>
                  <a:tcPr/>
                </a:tc>
                <a:tc>
                  <a:txBody>
                    <a:bodyPr/>
                    <a:lstStyle/>
                    <a:p>
                      <a:pPr algn="ctr"/>
                      <a:r>
                        <a:rPr lang="en-US" sz="3600" dirty="0"/>
                        <a:t>1.39 (0.07 – 4.52)</a:t>
                      </a:r>
                    </a:p>
                  </a:txBody>
                  <a:tcPr/>
                </a:tc>
                <a:tc>
                  <a:txBody>
                    <a:bodyPr/>
                    <a:lstStyle/>
                    <a:p>
                      <a:pPr algn="ctr"/>
                      <a:r>
                        <a:rPr lang="en-US" sz="3600" dirty="0"/>
                        <a:t>0.94</a:t>
                      </a:r>
                    </a:p>
                  </a:txBody>
                  <a:tcPr/>
                </a:tc>
                <a:extLst>
                  <a:ext uri="{0D108BD9-81ED-4DB2-BD59-A6C34878D82A}">
                    <a16:rowId xmlns:a16="http://schemas.microsoft.com/office/drawing/2014/main" val="2523886080"/>
                  </a:ext>
                </a:extLst>
              </a:tr>
              <a:tr h="370840">
                <a:tc>
                  <a:txBody>
                    <a:bodyPr/>
                    <a:lstStyle/>
                    <a:p>
                      <a:pPr algn="ctr"/>
                      <a:r>
                        <a:rPr lang="en-US" sz="3600" dirty="0"/>
                        <a:t>1135</a:t>
                      </a:r>
                    </a:p>
                  </a:txBody>
                  <a:tcPr/>
                </a:tc>
                <a:tc>
                  <a:txBody>
                    <a:bodyPr/>
                    <a:lstStyle/>
                    <a:p>
                      <a:pPr algn="ctr"/>
                      <a:r>
                        <a:rPr lang="en-US" sz="3600" dirty="0"/>
                        <a:t>75%</a:t>
                      </a:r>
                    </a:p>
                  </a:txBody>
                  <a:tcPr/>
                </a:tc>
                <a:tc>
                  <a:txBody>
                    <a:bodyPr/>
                    <a:lstStyle/>
                    <a:p>
                      <a:pPr algn="ctr"/>
                      <a:endParaRPr lang="en-US" sz="3600" dirty="0"/>
                    </a:p>
                  </a:txBody>
                  <a:tcPr/>
                </a:tc>
                <a:tc>
                  <a:txBody>
                    <a:bodyPr/>
                    <a:lstStyle/>
                    <a:p>
                      <a:pPr algn="ctr"/>
                      <a:r>
                        <a:rPr lang="en-US" sz="3600" dirty="0"/>
                        <a:t>1.39 (0.06 – 4.74)</a:t>
                      </a:r>
                    </a:p>
                  </a:txBody>
                  <a:tcPr/>
                </a:tc>
                <a:tc>
                  <a:txBody>
                    <a:bodyPr/>
                    <a:lstStyle/>
                    <a:p>
                      <a:pPr algn="ctr"/>
                      <a:r>
                        <a:rPr lang="en-US" sz="3600" dirty="0"/>
                        <a:t>0.93</a:t>
                      </a:r>
                    </a:p>
                  </a:txBody>
                  <a:tcPr/>
                </a:tc>
                <a:extLst>
                  <a:ext uri="{0D108BD9-81ED-4DB2-BD59-A6C34878D82A}">
                    <a16:rowId xmlns:a16="http://schemas.microsoft.com/office/drawing/2014/main" val="1331416908"/>
                  </a:ext>
                </a:extLst>
              </a:tr>
              <a:tr h="370840">
                <a:tc>
                  <a:txBody>
                    <a:bodyPr/>
                    <a:lstStyle/>
                    <a:p>
                      <a:pPr algn="ctr"/>
                      <a:r>
                        <a:rPr lang="en-US" sz="3600" dirty="0"/>
                        <a:t>757</a:t>
                      </a:r>
                    </a:p>
                  </a:txBody>
                  <a:tcPr/>
                </a:tc>
                <a:tc>
                  <a:txBody>
                    <a:bodyPr/>
                    <a:lstStyle/>
                    <a:p>
                      <a:pPr algn="ctr"/>
                      <a:r>
                        <a:rPr lang="en-US" sz="3600" dirty="0"/>
                        <a:t>50%</a:t>
                      </a:r>
                    </a:p>
                  </a:txBody>
                  <a:tcPr/>
                </a:tc>
                <a:tc>
                  <a:txBody>
                    <a:bodyPr/>
                    <a:lstStyle/>
                    <a:p>
                      <a:pPr algn="ctr"/>
                      <a:endParaRPr lang="en-US" sz="3600" dirty="0"/>
                    </a:p>
                  </a:txBody>
                  <a:tcPr/>
                </a:tc>
                <a:tc>
                  <a:txBody>
                    <a:bodyPr/>
                    <a:lstStyle/>
                    <a:p>
                      <a:pPr algn="ctr"/>
                      <a:r>
                        <a:rPr lang="en-US" sz="3600" dirty="0"/>
                        <a:t>1.50 (0.08 – 5.14)</a:t>
                      </a:r>
                    </a:p>
                  </a:txBody>
                  <a:tcPr/>
                </a:tc>
                <a:tc>
                  <a:txBody>
                    <a:bodyPr/>
                    <a:lstStyle/>
                    <a:p>
                      <a:pPr algn="ctr"/>
                      <a:r>
                        <a:rPr lang="en-US" sz="3600" dirty="0"/>
                        <a:t>0.93</a:t>
                      </a:r>
                    </a:p>
                  </a:txBody>
                  <a:tcPr/>
                </a:tc>
                <a:extLst>
                  <a:ext uri="{0D108BD9-81ED-4DB2-BD59-A6C34878D82A}">
                    <a16:rowId xmlns:a16="http://schemas.microsoft.com/office/drawing/2014/main" val="3849230240"/>
                  </a:ext>
                </a:extLst>
              </a:tr>
              <a:tr h="370840">
                <a:tc>
                  <a:txBody>
                    <a:bodyPr/>
                    <a:lstStyle/>
                    <a:p>
                      <a:pPr algn="ctr"/>
                      <a:r>
                        <a:rPr lang="en-US" sz="3600" dirty="0"/>
                        <a:t>378</a:t>
                      </a:r>
                    </a:p>
                  </a:txBody>
                  <a:tcPr/>
                </a:tc>
                <a:tc>
                  <a:txBody>
                    <a:bodyPr/>
                    <a:lstStyle/>
                    <a:p>
                      <a:pPr algn="ctr"/>
                      <a:r>
                        <a:rPr lang="en-US" sz="3600" dirty="0"/>
                        <a:t>25%</a:t>
                      </a:r>
                    </a:p>
                  </a:txBody>
                  <a:tcPr/>
                </a:tc>
                <a:tc>
                  <a:txBody>
                    <a:bodyPr/>
                    <a:lstStyle/>
                    <a:p>
                      <a:pPr algn="ctr"/>
                      <a:endParaRPr lang="en-US" sz="3600" dirty="0"/>
                    </a:p>
                  </a:txBody>
                  <a:tcPr/>
                </a:tc>
                <a:tc>
                  <a:txBody>
                    <a:bodyPr/>
                    <a:lstStyle/>
                    <a:p>
                      <a:pPr algn="ctr"/>
                      <a:r>
                        <a:rPr lang="en-US" sz="3600" dirty="0"/>
                        <a:t>1.61 (0.07 – 5.65)</a:t>
                      </a:r>
                    </a:p>
                  </a:txBody>
                  <a:tcPr/>
                </a:tc>
                <a:tc>
                  <a:txBody>
                    <a:bodyPr/>
                    <a:lstStyle/>
                    <a:p>
                      <a:pPr algn="ctr"/>
                      <a:r>
                        <a:rPr lang="en-US" sz="3600" dirty="0"/>
                        <a:t>0.90</a:t>
                      </a:r>
                    </a:p>
                  </a:txBody>
                  <a:tcPr/>
                </a:tc>
                <a:extLst>
                  <a:ext uri="{0D108BD9-81ED-4DB2-BD59-A6C34878D82A}">
                    <a16:rowId xmlns:a16="http://schemas.microsoft.com/office/drawing/2014/main" val="2386616908"/>
                  </a:ext>
                </a:extLst>
              </a:tr>
              <a:tr h="370840">
                <a:tc>
                  <a:txBody>
                    <a:bodyPr/>
                    <a:lstStyle/>
                    <a:p>
                      <a:pPr algn="ctr"/>
                      <a:r>
                        <a:rPr lang="en-US" sz="3600" dirty="0"/>
                        <a:t>151</a:t>
                      </a:r>
                    </a:p>
                  </a:txBody>
                  <a:tcPr/>
                </a:tc>
                <a:tc>
                  <a:txBody>
                    <a:bodyPr/>
                    <a:lstStyle/>
                    <a:p>
                      <a:pPr algn="ctr"/>
                      <a:r>
                        <a:rPr lang="en-US" sz="3600" dirty="0"/>
                        <a:t>10%</a:t>
                      </a:r>
                    </a:p>
                  </a:txBody>
                  <a:tcPr/>
                </a:tc>
                <a:tc>
                  <a:txBody>
                    <a:bodyPr/>
                    <a:lstStyle/>
                    <a:p>
                      <a:pPr algn="ctr"/>
                      <a:endParaRPr lang="en-US" sz="3600" dirty="0"/>
                    </a:p>
                  </a:txBody>
                  <a:tcPr/>
                </a:tc>
                <a:tc>
                  <a:txBody>
                    <a:bodyPr/>
                    <a:lstStyle/>
                    <a:p>
                      <a:pPr algn="ctr"/>
                      <a:r>
                        <a:rPr lang="en-US" sz="3600" dirty="0"/>
                        <a:t>2.07 (0.10 – 7.39)</a:t>
                      </a:r>
                    </a:p>
                  </a:txBody>
                  <a:tcPr/>
                </a:tc>
                <a:tc>
                  <a:txBody>
                    <a:bodyPr/>
                    <a:lstStyle/>
                    <a:p>
                      <a:pPr algn="ctr"/>
                      <a:r>
                        <a:rPr lang="en-US" sz="3600" dirty="0"/>
                        <a:t>0.85</a:t>
                      </a:r>
                    </a:p>
                  </a:txBody>
                  <a:tcPr/>
                </a:tc>
                <a:extLst>
                  <a:ext uri="{0D108BD9-81ED-4DB2-BD59-A6C34878D82A}">
                    <a16:rowId xmlns:a16="http://schemas.microsoft.com/office/drawing/2014/main" val="1504913324"/>
                  </a:ext>
                </a:extLst>
              </a:tr>
              <a:tr h="370840">
                <a:tc>
                  <a:txBody>
                    <a:bodyPr/>
                    <a:lstStyle/>
                    <a:p>
                      <a:pPr algn="ctr"/>
                      <a:r>
                        <a:rPr lang="en-US" sz="3600" dirty="0"/>
                        <a:t>75</a:t>
                      </a:r>
                    </a:p>
                  </a:txBody>
                  <a:tcPr/>
                </a:tc>
                <a:tc>
                  <a:txBody>
                    <a:bodyPr/>
                    <a:lstStyle/>
                    <a:p>
                      <a:pPr algn="ctr"/>
                      <a:r>
                        <a:rPr lang="en-US" sz="3600" dirty="0"/>
                        <a:t>5%</a:t>
                      </a:r>
                    </a:p>
                  </a:txBody>
                  <a:tcPr/>
                </a:tc>
                <a:tc>
                  <a:txBody>
                    <a:bodyPr/>
                    <a:lstStyle/>
                    <a:p>
                      <a:pPr algn="ctr"/>
                      <a:endParaRPr lang="en-US" sz="3600" dirty="0"/>
                    </a:p>
                  </a:txBody>
                  <a:tcPr/>
                </a:tc>
                <a:tc>
                  <a:txBody>
                    <a:bodyPr/>
                    <a:lstStyle/>
                    <a:p>
                      <a:pPr algn="ctr"/>
                      <a:r>
                        <a:rPr lang="en-US" sz="3600" dirty="0"/>
                        <a:t>2.33 (0.13 – 8.23)</a:t>
                      </a:r>
                    </a:p>
                  </a:txBody>
                  <a:tcPr/>
                </a:tc>
                <a:tc>
                  <a:txBody>
                    <a:bodyPr/>
                    <a:lstStyle/>
                    <a:p>
                      <a:pPr algn="ctr"/>
                      <a:r>
                        <a:rPr lang="en-US" sz="3600" dirty="0"/>
                        <a:t>0.81</a:t>
                      </a:r>
                    </a:p>
                  </a:txBody>
                  <a:tcPr/>
                </a:tc>
                <a:extLst>
                  <a:ext uri="{0D108BD9-81ED-4DB2-BD59-A6C34878D82A}">
                    <a16:rowId xmlns:a16="http://schemas.microsoft.com/office/drawing/2014/main" val="2834912829"/>
                  </a:ext>
                </a:extLst>
              </a:tr>
              <a:tr h="370840">
                <a:tc>
                  <a:txBody>
                    <a:bodyPr/>
                    <a:lstStyle/>
                    <a:p>
                      <a:pPr algn="ctr"/>
                      <a:r>
                        <a:rPr lang="en-US" sz="3600" dirty="0"/>
                        <a:t>30</a:t>
                      </a:r>
                    </a:p>
                  </a:txBody>
                  <a:tcPr/>
                </a:tc>
                <a:tc>
                  <a:txBody>
                    <a:bodyPr/>
                    <a:lstStyle/>
                    <a:p>
                      <a:pPr algn="ctr"/>
                      <a:r>
                        <a:rPr lang="en-US" sz="3600" dirty="0"/>
                        <a:t>2%</a:t>
                      </a:r>
                    </a:p>
                  </a:txBody>
                  <a:tcPr/>
                </a:tc>
                <a:tc>
                  <a:txBody>
                    <a:bodyPr/>
                    <a:lstStyle/>
                    <a:p>
                      <a:pPr algn="ctr"/>
                      <a:endParaRPr lang="en-US" sz="3600" dirty="0"/>
                    </a:p>
                  </a:txBody>
                  <a:tcPr/>
                </a:tc>
                <a:tc>
                  <a:txBody>
                    <a:bodyPr/>
                    <a:lstStyle/>
                    <a:p>
                      <a:pPr algn="ctr"/>
                      <a:r>
                        <a:rPr lang="en-US" sz="3600" dirty="0"/>
                        <a:t>3.35 (0.22 – 11.55)</a:t>
                      </a:r>
                    </a:p>
                  </a:txBody>
                  <a:tcPr/>
                </a:tc>
                <a:tc>
                  <a:txBody>
                    <a:bodyPr/>
                    <a:lstStyle/>
                    <a:p>
                      <a:pPr algn="ctr"/>
                      <a:r>
                        <a:rPr lang="en-US" sz="3600" dirty="0"/>
                        <a:t>0.57</a:t>
                      </a:r>
                    </a:p>
                    <a:p>
                      <a:pPr algn="ctr"/>
                      <a:endParaRPr lang="en-US" sz="3600" dirty="0"/>
                    </a:p>
                  </a:txBody>
                  <a:tcPr/>
                </a:tc>
                <a:extLst>
                  <a:ext uri="{0D108BD9-81ED-4DB2-BD59-A6C34878D82A}">
                    <a16:rowId xmlns:a16="http://schemas.microsoft.com/office/drawing/2014/main" val="2515418863"/>
                  </a:ext>
                </a:extLst>
              </a:tr>
            </a:tbl>
          </a:graphicData>
        </a:graphic>
      </p:graphicFrame>
      <p:sp>
        <p:nvSpPr>
          <p:cNvPr id="22" name="TextBox 21">
            <a:extLst>
              <a:ext uri="{FF2B5EF4-FFF2-40B4-BE49-F238E27FC236}">
                <a16:creationId xmlns:a16="http://schemas.microsoft.com/office/drawing/2014/main" id="{9B270E02-1FE1-05E2-DC08-4D9E5815E671}"/>
              </a:ext>
            </a:extLst>
          </p:cNvPr>
          <p:cNvSpPr txBox="1"/>
          <p:nvPr/>
        </p:nvSpPr>
        <p:spPr>
          <a:xfrm>
            <a:off x="26399982" y="14746422"/>
            <a:ext cx="10099640" cy="7417415"/>
          </a:xfrm>
          <a:prstGeom prst="rect">
            <a:avLst/>
          </a:prstGeom>
          <a:noFill/>
        </p:spPr>
        <p:txBody>
          <a:bodyPr wrap="square" rtlCol="0">
            <a:spAutoFit/>
          </a:bodyPr>
          <a:lstStyle/>
          <a:p>
            <a:pPr marL="571500" indent="-571500" algn="l">
              <a:buFont typeface="Arial" panose="020B0604020202020204" pitchFamily="34" charset="0"/>
              <a:buChar char="•"/>
            </a:pPr>
            <a:r>
              <a:rPr lang="en-US" sz="4000" dirty="0"/>
              <a:t>Mean Squared Error was used as a loss function and thus us a proxy for model performance. </a:t>
            </a:r>
          </a:p>
          <a:p>
            <a:pPr marL="571500" indent="-571500" algn="l">
              <a:buFont typeface="Arial" panose="020B0604020202020204" pitchFamily="34" charset="0"/>
              <a:buChar char="•"/>
            </a:pPr>
            <a:r>
              <a:rPr lang="en-US" sz="4000" dirty="0"/>
              <a:t>The lower the MSE on the validation set, the better the model  performance.</a:t>
            </a:r>
          </a:p>
          <a:p>
            <a:pPr marL="571500" indent="-571500" algn="l">
              <a:buFont typeface="Arial" panose="020B0604020202020204" pitchFamily="34" charset="0"/>
              <a:buChar char="•"/>
            </a:pPr>
            <a:r>
              <a:rPr lang="en-US" sz="4000" dirty="0"/>
              <a:t>The MSE is comparable at 100%, 75% and 50% sample size indicating that model accuracy is maintained even with 50% (n= xx ) training data.  </a:t>
            </a:r>
          </a:p>
          <a:p>
            <a:pPr marL="571500" indent="-571500" algn="l">
              <a:buFont typeface="Arial" panose="020B0604020202020204" pitchFamily="34" charset="0"/>
              <a:buChar char="•"/>
            </a:pPr>
            <a:r>
              <a:rPr lang="en-US" sz="4000" dirty="0"/>
              <a:t>At 25% sample size ( n =378) , model accuracy starts dropping </a:t>
            </a:r>
          </a:p>
          <a:p>
            <a:pPr algn="l"/>
            <a:endParaRPr lang="en-US" sz="3600" dirty="0"/>
          </a:p>
        </p:txBody>
      </p:sp>
      <p:graphicFrame>
        <p:nvGraphicFramePr>
          <p:cNvPr id="24" name="Table 24">
            <a:extLst>
              <a:ext uri="{FF2B5EF4-FFF2-40B4-BE49-F238E27FC236}">
                <a16:creationId xmlns:a16="http://schemas.microsoft.com/office/drawing/2014/main" id="{5722BFF7-461A-0A3F-E399-E63C57474108}"/>
              </a:ext>
            </a:extLst>
          </p:cNvPr>
          <p:cNvGraphicFramePr>
            <a:graphicFrameLocks noGrp="1"/>
          </p:cNvGraphicFramePr>
          <p:nvPr>
            <p:extLst>
              <p:ext uri="{D42A27DB-BD31-4B8C-83A1-F6EECF244321}">
                <p14:modId xmlns:p14="http://schemas.microsoft.com/office/powerpoint/2010/main" val="98900384"/>
              </p:ext>
            </p:extLst>
          </p:nvPr>
        </p:nvGraphicFramePr>
        <p:xfrm>
          <a:off x="15617074" y="30700000"/>
          <a:ext cx="19972251" cy="6766560"/>
        </p:xfrm>
        <a:graphic>
          <a:graphicData uri="http://schemas.openxmlformats.org/drawingml/2006/table">
            <a:tbl>
              <a:tblPr firstRow="1" bandRow="1">
                <a:tableStyleId>{073A0DAA-6AF3-43AB-8588-CEC1D06C72B9}</a:tableStyleId>
              </a:tblPr>
              <a:tblGrid>
                <a:gridCol w="5307141">
                  <a:extLst>
                    <a:ext uri="{9D8B030D-6E8A-4147-A177-3AD203B41FA5}">
                      <a16:colId xmlns:a16="http://schemas.microsoft.com/office/drawing/2014/main" val="1813065368"/>
                    </a:ext>
                  </a:extLst>
                </a:gridCol>
                <a:gridCol w="7332555">
                  <a:extLst>
                    <a:ext uri="{9D8B030D-6E8A-4147-A177-3AD203B41FA5}">
                      <a16:colId xmlns:a16="http://schemas.microsoft.com/office/drawing/2014/main" val="2005551589"/>
                    </a:ext>
                  </a:extLst>
                </a:gridCol>
                <a:gridCol w="7332555">
                  <a:extLst>
                    <a:ext uri="{9D8B030D-6E8A-4147-A177-3AD203B41FA5}">
                      <a16:colId xmlns:a16="http://schemas.microsoft.com/office/drawing/2014/main" val="3241744616"/>
                    </a:ext>
                  </a:extLst>
                </a:gridCol>
              </a:tblGrid>
              <a:tr h="370840">
                <a:tc>
                  <a:txBody>
                    <a:bodyPr/>
                    <a:lstStyle/>
                    <a:p>
                      <a:pPr algn="ctr"/>
                      <a:r>
                        <a:rPr lang="en-US" sz="3600" dirty="0"/>
                        <a:t>Model training size </a:t>
                      </a:r>
                    </a:p>
                    <a:p>
                      <a:pPr algn="ctr"/>
                      <a:r>
                        <a:rPr lang="en-US" sz="3600" dirty="0"/>
                        <a:t>(percentage of available data used for training</a:t>
                      </a:r>
                    </a:p>
                  </a:txBody>
                  <a:tcPr/>
                </a:tc>
                <a:tc>
                  <a:txBody>
                    <a:bodyPr/>
                    <a:lstStyle/>
                    <a:p>
                      <a:pPr algn="ctr"/>
                      <a:r>
                        <a:rPr lang="en-US" sz="3600" dirty="0"/>
                        <a:t> Area prediction </a:t>
                      </a:r>
                    </a:p>
                  </a:txBody>
                  <a:tcPr/>
                </a:tc>
                <a:tc>
                  <a:txBody>
                    <a:bodyPr/>
                    <a:lstStyle/>
                    <a:p>
                      <a:pPr algn="ctr"/>
                      <a:r>
                        <a:rPr lang="en-US" sz="3600" dirty="0"/>
                        <a:t>Percentage difference between ground truth and AI prediction </a:t>
                      </a:r>
                    </a:p>
                  </a:txBody>
                  <a:tcPr/>
                </a:tc>
                <a:extLst>
                  <a:ext uri="{0D108BD9-81ED-4DB2-BD59-A6C34878D82A}">
                    <a16:rowId xmlns:a16="http://schemas.microsoft.com/office/drawing/2014/main" val="605730237"/>
                  </a:ext>
                </a:extLst>
              </a:tr>
              <a:tr h="370840">
                <a:tc>
                  <a:txBody>
                    <a:bodyPr/>
                    <a:lstStyle/>
                    <a:p>
                      <a:pPr algn="ctr"/>
                      <a:r>
                        <a:rPr lang="en-US" sz="3600" dirty="0"/>
                        <a:t>100% </a:t>
                      </a:r>
                    </a:p>
                  </a:txBody>
                  <a:tcPr/>
                </a:tc>
                <a:tc>
                  <a:txBody>
                    <a:bodyPr/>
                    <a:lstStyle/>
                    <a:p>
                      <a:pPr algn="ctr"/>
                      <a:r>
                        <a:rPr lang="en-US" sz="3600" dirty="0"/>
                        <a:t>3.07</a:t>
                      </a:r>
                    </a:p>
                  </a:txBody>
                  <a:tcPr/>
                </a:tc>
                <a:tc>
                  <a:txBody>
                    <a:bodyPr/>
                    <a:lstStyle/>
                    <a:p>
                      <a:pPr algn="ctr"/>
                      <a:r>
                        <a:rPr lang="en-US" sz="3600" dirty="0"/>
                        <a:t>5.4%</a:t>
                      </a:r>
                    </a:p>
                  </a:txBody>
                  <a:tcPr/>
                </a:tc>
                <a:extLst>
                  <a:ext uri="{0D108BD9-81ED-4DB2-BD59-A6C34878D82A}">
                    <a16:rowId xmlns:a16="http://schemas.microsoft.com/office/drawing/2014/main" val="640004711"/>
                  </a:ext>
                </a:extLst>
              </a:tr>
              <a:tr h="370840">
                <a:tc>
                  <a:txBody>
                    <a:bodyPr/>
                    <a:lstStyle/>
                    <a:p>
                      <a:pPr algn="ctr"/>
                      <a:r>
                        <a:rPr lang="en-US" sz="3600" dirty="0"/>
                        <a:t>75%</a:t>
                      </a:r>
                    </a:p>
                  </a:txBody>
                  <a:tcPr/>
                </a:tc>
                <a:tc>
                  <a:txBody>
                    <a:bodyPr/>
                    <a:lstStyle/>
                    <a:p>
                      <a:pPr algn="ctr"/>
                      <a:r>
                        <a:rPr lang="en-US" sz="3600" dirty="0"/>
                        <a:t>3.19</a:t>
                      </a:r>
                    </a:p>
                  </a:txBody>
                  <a:tcPr/>
                </a:tc>
                <a:tc>
                  <a:txBody>
                    <a:bodyPr/>
                    <a:lstStyle/>
                    <a:p>
                      <a:pPr algn="ctr"/>
                      <a:r>
                        <a:rPr lang="en-US" sz="3600" dirty="0"/>
                        <a:t>2.0%</a:t>
                      </a:r>
                    </a:p>
                  </a:txBody>
                  <a:tcPr/>
                </a:tc>
                <a:extLst>
                  <a:ext uri="{0D108BD9-81ED-4DB2-BD59-A6C34878D82A}">
                    <a16:rowId xmlns:a16="http://schemas.microsoft.com/office/drawing/2014/main" val="906952529"/>
                  </a:ext>
                </a:extLst>
              </a:tr>
              <a:tr h="370840">
                <a:tc>
                  <a:txBody>
                    <a:bodyPr/>
                    <a:lstStyle/>
                    <a:p>
                      <a:pPr algn="ctr"/>
                      <a:r>
                        <a:rPr lang="en-US" sz="3600" dirty="0"/>
                        <a:t>50%</a:t>
                      </a:r>
                    </a:p>
                  </a:txBody>
                  <a:tcPr/>
                </a:tc>
                <a:tc>
                  <a:txBody>
                    <a:bodyPr/>
                    <a:lstStyle/>
                    <a:p>
                      <a:pPr algn="ctr"/>
                      <a:r>
                        <a:rPr lang="en-US" sz="3600" dirty="0"/>
                        <a:t>3.00</a:t>
                      </a:r>
                    </a:p>
                  </a:txBody>
                  <a:tcPr/>
                </a:tc>
                <a:tc>
                  <a:txBody>
                    <a:bodyPr/>
                    <a:lstStyle/>
                    <a:p>
                      <a:pPr algn="ctr"/>
                      <a:r>
                        <a:rPr lang="en-US" sz="3600" dirty="0"/>
                        <a:t>7.4%</a:t>
                      </a:r>
                    </a:p>
                  </a:txBody>
                  <a:tcPr/>
                </a:tc>
                <a:extLst>
                  <a:ext uri="{0D108BD9-81ED-4DB2-BD59-A6C34878D82A}">
                    <a16:rowId xmlns:a16="http://schemas.microsoft.com/office/drawing/2014/main" val="1384702589"/>
                  </a:ext>
                </a:extLst>
              </a:tr>
              <a:tr h="370840">
                <a:tc>
                  <a:txBody>
                    <a:bodyPr/>
                    <a:lstStyle/>
                    <a:p>
                      <a:pPr algn="ctr"/>
                      <a:r>
                        <a:rPr lang="en-US" sz="3600" dirty="0"/>
                        <a:t>25%</a:t>
                      </a:r>
                    </a:p>
                  </a:txBody>
                  <a:tcPr/>
                </a:tc>
                <a:tc>
                  <a:txBody>
                    <a:bodyPr/>
                    <a:lstStyle/>
                    <a:p>
                      <a:pPr algn="ctr"/>
                      <a:r>
                        <a:rPr lang="en-US" sz="3600" dirty="0"/>
                        <a:t>2.76</a:t>
                      </a:r>
                    </a:p>
                  </a:txBody>
                  <a:tcPr/>
                </a:tc>
                <a:tc>
                  <a:txBody>
                    <a:bodyPr/>
                    <a:lstStyle/>
                    <a:p>
                      <a:pPr algn="ctr"/>
                      <a:r>
                        <a:rPr lang="en-US" sz="3600" dirty="0"/>
                        <a:t>15.1%</a:t>
                      </a:r>
                    </a:p>
                  </a:txBody>
                  <a:tcPr/>
                </a:tc>
                <a:extLst>
                  <a:ext uri="{0D108BD9-81ED-4DB2-BD59-A6C34878D82A}">
                    <a16:rowId xmlns:a16="http://schemas.microsoft.com/office/drawing/2014/main" val="744057288"/>
                  </a:ext>
                </a:extLst>
              </a:tr>
              <a:tr h="370840">
                <a:tc>
                  <a:txBody>
                    <a:bodyPr/>
                    <a:lstStyle/>
                    <a:p>
                      <a:pPr algn="ctr"/>
                      <a:r>
                        <a:rPr lang="en-US" sz="3600" dirty="0"/>
                        <a:t>10%</a:t>
                      </a:r>
                    </a:p>
                  </a:txBody>
                  <a:tcPr/>
                </a:tc>
                <a:tc>
                  <a:txBody>
                    <a:bodyPr/>
                    <a:lstStyle/>
                    <a:p>
                      <a:pPr algn="ctr"/>
                      <a:r>
                        <a:rPr lang="en-US" sz="3600" dirty="0"/>
                        <a:t>2.97</a:t>
                      </a:r>
                    </a:p>
                  </a:txBody>
                  <a:tcPr/>
                </a:tc>
                <a:tc>
                  <a:txBody>
                    <a:bodyPr/>
                    <a:lstStyle/>
                    <a:p>
                      <a:pPr algn="ctr"/>
                      <a:r>
                        <a:rPr lang="en-US" sz="3600" dirty="0"/>
                        <a:t>8.3%</a:t>
                      </a:r>
                    </a:p>
                  </a:txBody>
                  <a:tcPr/>
                </a:tc>
                <a:extLst>
                  <a:ext uri="{0D108BD9-81ED-4DB2-BD59-A6C34878D82A}">
                    <a16:rowId xmlns:a16="http://schemas.microsoft.com/office/drawing/2014/main" val="2257940534"/>
                  </a:ext>
                </a:extLst>
              </a:tr>
              <a:tr h="370840">
                <a:tc>
                  <a:txBody>
                    <a:bodyPr/>
                    <a:lstStyle/>
                    <a:p>
                      <a:pPr algn="ctr"/>
                      <a:r>
                        <a:rPr lang="en-US" sz="3600" dirty="0"/>
                        <a:t>5%</a:t>
                      </a:r>
                    </a:p>
                  </a:txBody>
                  <a:tcPr/>
                </a:tc>
                <a:tc>
                  <a:txBody>
                    <a:bodyPr/>
                    <a:lstStyle/>
                    <a:p>
                      <a:pPr algn="ctr"/>
                      <a:r>
                        <a:rPr lang="en-US" sz="3600" dirty="0"/>
                        <a:t>2.98</a:t>
                      </a:r>
                    </a:p>
                  </a:txBody>
                  <a:tcPr/>
                </a:tc>
                <a:tc>
                  <a:txBody>
                    <a:bodyPr/>
                    <a:lstStyle/>
                    <a:p>
                      <a:pPr algn="ctr"/>
                      <a:r>
                        <a:rPr lang="en-US" sz="3600" dirty="0"/>
                        <a:t>8.0%</a:t>
                      </a:r>
                    </a:p>
                  </a:txBody>
                  <a:tcPr/>
                </a:tc>
                <a:extLst>
                  <a:ext uri="{0D108BD9-81ED-4DB2-BD59-A6C34878D82A}">
                    <a16:rowId xmlns:a16="http://schemas.microsoft.com/office/drawing/2014/main" val="1044963471"/>
                  </a:ext>
                </a:extLst>
              </a:tr>
              <a:tr h="370840">
                <a:tc>
                  <a:txBody>
                    <a:bodyPr/>
                    <a:lstStyle/>
                    <a:p>
                      <a:pPr algn="ctr"/>
                      <a:r>
                        <a:rPr lang="en-US" sz="3600" dirty="0"/>
                        <a:t>2%</a:t>
                      </a:r>
                    </a:p>
                  </a:txBody>
                  <a:tcPr/>
                </a:tc>
                <a:tc>
                  <a:txBody>
                    <a:bodyPr/>
                    <a:lstStyle/>
                    <a:p>
                      <a:pPr algn="ctr"/>
                      <a:r>
                        <a:rPr lang="en-US" sz="3600" dirty="0"/>
                        <a:t>3.17</a:t>
                      </a:r>
                    </a:p>
                  </a:txBody>
                  <a:tcPr/>
                </a:tc>
                <a:tc>
                  <a:txBody>
                    <a:bodyPr/>
                    <a:lstStyle/>
                    <a:p>
                      <a:pPr algn="ctr"/>
                      <a:r>
                        <a:rPr lang="en-US" sz="3600" dirty="0"/>
                        <a:t>2.5%</a:t>
                      </a:r>
                    </a:p>
                  </a:txBody>
                  <a:tcPr/>
                </a:tc>
                <a:extLst>
                  <a:ext uri="{0D108BD9-81ED-4DB2-BD59-A6C34878D82A}">
                    <a16:rowId xmlns:a16="http://schemas.microsoft.com/office/drawing/2014/main" val="1082230142"/>
                  </a:ext>
                </a:extLst>
              </a:tr>
            </a:tbl>
          </a:graphicData>
        </a:graphic>
      </p:graphicFrame>
      <p:sp>
        <p:nvSpPr>
          <p:cNvPr id="26" name="TextBox 25">
            <a:extLst>
              <a:ext uri="{FF2B5EF4-FFF2-40B4-BE49-F238E27FC236}">
                <a16:creationId xmlns:a16="http://schemas.microsoft.com/office/drawing/2014/main" id="{7A0102F7-6F67-A390-AE9F-3398A77831D0}"/>
              </a:ext>
            </a:extLst>
          </p:cNvPr>
          <p:cNvSpPr txBox="1"/>
          <p:nvPr/>
        </p:nvSpPr>
        <p:spPr>
          <a:xfrm>
            <a:off x="26014198" y="25651338"/>
            <a:ext cx="8462120" cy="3908762"/>
          </a:xfrm>
          <a:prstGeom prst="rect">
            <a:avLst/>
          </a:prstGeom>
          <a:noFill/>
        </p:spPr>
        <p:txBody>
          <a:bodyPr wrap="square" rtlCol="0">
            <a:spAutoFit/>
          </a:bodyPr>
          <a:lstStyle/>
          <a:p>
            <a:r>
              <a:rPr lang="en-US" sz="4400" b="1" dirty="0"/>
              <a:t>Ground truth  :   3.25 mm</a:t>
            </a:r>
            <a:r>
              <a:rPr lang="en-US" sz="4400" b="1" baseline="30000" dirty="0"/>
              <a:t>2 </a:t>
            </a:r>
          </a:p>
          <a:p>
            <a:endParaRPr lang="en-US" sz="3600" baseline="30000" dirty="0"/>
          </a:p>
          <a:p>
            <a:r>
              <a:rPr lang="en-US" sz="3600" dirty="0"/>
              <a:t>The table below shows AI prediction of area of GA on this image . Each row represents the prediction of an independent model that was trained on sequential reduction of training data</a:t>
            </a:r>
          </a:p>
        </p:txBody>
      </p:sp>
      <p:sp>
        <p:nvSpPr>
          <p:cNvPr id="29" name="TextBox 28">
            <a:extLst>
              <a:ext uri="{FF2B5EF4-FFF2-40B4-BE49-F238E27FC236}">
                <a16:creationId xmlns:a16="http://schemas.microsoft.com/office/drawing/2014/main" id="{5416DFB5-92C9-BF1F-420B-5F6B0DE4F284}"/>
              </a:ext>
            </a:extLst>
          </p:cNvPr>
          <p:cNvSpPr txBox="1"/>
          <p:nvPr/>
        </p:nvSpPr>
        <p:spPr>
          <a:xfrm>
            <a:off x="37723180" y="28490882"/>
            <a:ext cx="11323211" cy="4401205"/>
          </a:xfrm>
          <a:prstGeom prst="rect">
            <a:avLst/>
          </a:prstGeom>
          <a:noFill/>
        </p:spPr>
        <p:txBody>
          <a:bodyPr wrap="square" rtlCol="0">
            <a:spAutoFit/>
          </a:bodyPr>
          <a:lstStyle/>
          <a:p>
            <a:pPr marL="571500" indent="-571500" algn="l">
              <a:buFont typeface="Arial" panose="020B0604020202020204" pitchFamily="34" charset="0"/>
              <a:buChar char="•"/>
            </a:pPr>
            <a:r>
              <a:rPr lang="en-US" sz="4000" dirty="0"/>
              <a:t>Training sample size is an important hyperparameter that influences the learning of the algorithm </a:t>
            </a:r>
          </a:p>
          <a:p>
            <a:pPr marL="571500" indent="-571500" algn="l">
              <a:buFont typeface="Arial" panose="020B0604020202020204" pitchFamily="34" charset="0"/>
              <a:buChar char="•"/>
            </a:pPr>
            <a:endParaRPr lang="en-US" sz="4000" dirty="0"/>
          </a:p>
          <a:p>
            <a:pPr marL="571500" indent="-571500" algn="l">
              <a:buFont typeface="Arial" panose="020B0604020202020204" pitchFamily="34" charset="0"/>
              <a:buChar char="•"/>
            </a:pPr>
            <a:r>
              <a:rPr lang="en-US" sz="4000" dirty="0"/>
              <a:t>Annotations can take 30-60 Minutes, so training with less data can decrease cost, at the risk of decreased performance.</a:t>
            </a:r>
          </a:p>
        </p:txBody>
      </p:sp>
      <p:sp>
        <p:nvSpPr>
          <p:cNvPr id="30" name="TextBox 29">
            <a:extLst>
              <a:ext uri="{FF2B5EF4-FFF2-40B4-BE49-F238E27FC236}">
                <a16:creationId xmlns:a16="http://schemas.microsoft.com/office/drawing/2014/main" id="{B1F283CC-9B0A-2FC6-93CF-AC7B72C68B1A}"/>
              </a:ext>
            </a:extLst>
          </p:cNvPr>
          <p:cNvSpPr txBox="1"/>
          <p:nvPr/>
        </p:nvSpPr>
        <p:spPr>
          <a:xfrm>
            <a:off x="37294926" y="7789760"/>
            <a:ext cx="13003024" cy="4524315"/>
          </a:xfrm>
          <a:prstGeom prst="rect">
            <a:avLst/>
          </a:prstGeom>
          <a:noFill/>
        </p:spPr>
        <p:txBody>
          <a:bodyPr wrap="square" rtlCol="0">
            <a:spAutoFit/>
          </a:bodyPr>
          <a:lstStyle/>
          <a:p>
            <a:pPr marL="571500" indent="-571500" algn="l">
              <a:buFont typeface="Arial" panose="020B0604020202020204" pitchFamily="34" charset="0"/>
              <a:buChar char="•"/>
            </a:pPr>
            <a:r>
              <a:rPr lang="en-US" sz="3600" dirty="0"/>
              <a:t>In this use case of predicting GA area, the algorithm performance metrics were similar with sample size ranging between 500 - 1500 autofluorescence images </a:t>
            </a:r>
          </a:p>
          <a:p>
            <a:pPr marL="571500" indent="-571500" algn="l">
              <a:buFont typeface="Arial" panose="020B0604020202020204" pitchFamily="34" charset="0"/>
              <a:buChar char="•"/>
            </a:pPr>
            <a:r>
              <a:rPr lang="en-US" sz="3600" dirty="0"/>
              <a:t>Performance of the algorithm started dropping at 25% data ( ~375 autofluorescence images  and was significantly worse at &lt; 25%. </a:t>
            </a:r>
          </a:p>
          <a:p>
            <a:pPr marL="571500" indent="-571500" algn="l">
              <a:buFont typeface="Arial" panose="020B0604020202020204" pitchFamily="34" charset="0"/>
              <a:buChar char="•"/>
            </a:pPr>
            <a:endParaRPr lang="en-US" sz="3600" dirty="0"/>
          </a:p>
          <a:p>
            <a:pPr marL="571500" indent="-571500" algn="l">
              <a:buFont typeface="Arial" panose="020B0604020202020204" pitchFamily="34" charset="0"/>
              <a:buChar char="•"/>
            </a:pPr>
            <a:endParaRPr lang="en-US" sz="3600" dirty="0"/>
          </a:p>
        </p:txBody>
      </p:sp>
      <p:pic>
        <p:nvPicPr>
          <p:cNvPr id="15" name="Picture 14">
            <a:extLst>
              <a:ext uri="{FF2B5EF4-FFF2-40B4-BE49-F238E27FC236}">
                <a16:creationId xmlns:a16="http://schemas.microsoft.com/office/drawing/2014/main" id="{5947FCA5-1DC5-A55E-6793-B8B695CED72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676771" y="23112630"/>
            <a:ext cx="7351907" cy="7552154"/>
          </a:xfrm>
          <a:prstGeom prst="rect">
            <a:avLst/>
          </a:prstGeom>
        </p:spPr>
      </p:pic>
      <p:pic>
        <p:nvPicPr>
          <p:cNvPr id="18" name="Picture 17">
            <a:extLst>
              <a:ext uri="{FF2B5EF4-FFF2-40B4-BE49-F238E27FC236}">
                <a16:creationId xmlns:a16="http://schemas.microsoft.com/office/drawing/2014/main" id="{C213009B-824E-76ED-F110-A9059C1B7BCE}"/>
              </a:ext>
            </a:extLst>
          </p:cNvPr>
          <p:cNvPicPr>
            <a:picLocks noChangeAspect="1"/>
          </p:cNvPicPr>
          <p:nvPr/>
        </p:nvPicPr>
        <p:blipFill>
          <a:blip r:embed="rId9"/>
          <a:stretch>
            <a:fillRect/>
          </a:stretch>
        </p:blipFill>
        <p:spPr>
          <a:xfrm>
            <a:off x="38629782" y="11750574"/>
            <a:ext cx="11014605" cy="6537326"/>
          </a:xfrm>
          <a:prstGeom prst="rect">
            <a:avLst/>
          </a:prstGeom>
        </p:spPr>
      </p:pic>
      <p:pic>
        <p:nvPicPr>
          <p:cNvPr id="23" name="Picture 22">
            <a:extLst>
              <a:ext uri="{FF2B5EF4-FFF2-40B4-BE49-F238E27FC236}">
                <a16:creationId xmlns:a16="http://schemas.microsoft.com/office/drawing/2014/main" id="{D1B1F382-7023-212A-FC5B-3490B86D6167}"/>
              </a:ext>
            </a:extLst>
          </p:cNvPr>
          <p:cNvPicPr>
            <a:picLocks noChangeAspect="1"/>
          </p:cNvPicPr>
          <p:nvPr/>
        </p:nvPicPr>
        <p:blipFill>
          <a:blip r:embed="rId10"/>
          <a:stretch>
            <a:fillRect/>
          </a:stretch>
        </p:blipFill>
        <p:spPr>
          <a:xfrm>
            <a:off x="38031785" y="19666312"/>
            <a:ext cx="11612601" cy="5707178"/>
          </a:xfrm>
          <a:prstGeom prst="rect">
            <a:avLst/>
          </a:prstGeom>
        </p:spPr>
      </p:pic>
      <p:sp>
        <p:nvSpPr>
          <p:cNvPr id="27" name="TextBox 26">
            <a:extLst>
              <a:ext uri="{FF2B5EF4-FFF2-40B4-BE49-F238E27FC236}">
                <a16:creationId xmlns:a16="http://schemas.microsoft.com/office/drawing/2014/main" id="{4ECC3164-6AFB-1BE4-CDFB-943A1854F48A}"/>
              </a:ext>
            </a:extLst>
          </p:cNvPr>
          <p:cNvSpPr txBox="1"/>
          <p:nvPr/>
        </p:nvSpPr>
        <p:spPr>
          <a:xfrm>
            <a:off x="40212979" y="11324200"/>
            <a:ext cx="5962366" cy="646331"/>
          </a:xfrm>
          <a:prstGeom prst="rect">
            <a:avLst/>
          </a:prstGeom>
          <a:noFill/>
        </p:spPr>
        <p:txBody>
          <a:bodyPr wrap="square" rtlCol="0">
            <a:spAutoFit/>
          </a:bodyPr>
          <a:lstStyle/>
          <a:p>
            <a:r>
              <a:rPr lang="en-US" sz="3600" dirty="0"/>
              <a:t>100% Training Sample</a:t>
            </a:r>
          </a:p>
        </p:txBody>
      </p:sp>
      <p:sp>
        <p:nvSpPr>
          <p:cNvPr id="28" name="TextBox 27">
            <a:extLst>
              <a:ext uri="{FF2B5EF4-FFF2-40B4-BE49-F238E27FC236}">
                <a16:creationId xmlns:a16="http://schemas.microsoft.com/office/drawing/2014/main" id="{E6F65180-F676-1835-2579-99889BA386EB}"/>
              </a:ext>
            </a:extLst>
          </p:cNvPr>
          <p:cNvSpPr txBox="1"/>
          <p:nvPr/>
        </p:nvSpPr>
        <p:spPr>
          <a:xfrm>
            <a:off x="40029921" y="19089469"/>
            <a:ext cx="4314193" cy="646331"/>
          </a:xfrm>
          <a:prstGeom prst="rect">
            <a:avLst/>
          </a:prstGeom>
          <a:noFill/>
        </p:spPr>
        <p:txBody>
          <a:bodyPr wrap="none" rtlCol="0">
            <a:spAutoFit/>
          </a:bodyPr>
          <a:lstStyle/>
          <a:p>
            <a:r>
              <a:rPr lang="en-US" sz="3600" dirty="0"/>
              <a:t>2% Training Sample</a:t>
            </a:r>
          </a:p>
        </p:txBody>
      </p:sp>
      <p:sp>
        <p:nvSpPr>
          <p:cNvPr id="32" name="TextBox 31">
            <a:extLst>
              <a:ext uri="{FF2B5EF4-FFF2-40B4-BE49-F238E27FC236}">
                <a16:creationId xmlns:a16="http://schemas.microsoft.com/office/drawing/2014/main" id="{8BC63A11-7C9C-54AD-EB9F-7263278A23E7}"/>
              </a:ext>
            </a:extLst>
          </p:cNvPr>
          <p:cNvSpPr txBox="1"/>
          <p:nvPr/>
        </p:nvSpPr>
        <p:spPr>
          <a:xfrm rot="16200000">
            <a:off x="35734453" y="22362711"/>
            <a:ext cx="4365490" cy="646331"/>
          </a:xfrm>
          <a:prstGeom prst="rect">
            <a:avLst/>
          </a:prstGeom>
          <a:noFill/>
        </p:spPr>
        <p:txBody>
          <a:bodyPr wrap="none" rtlCol="0">
            <a:spAutoFit/>
          </a:bodyPr>
          <a:lstStyle/>
          <a:p>
            <a:r>
              <a:rPr lang="en-US" sz="3600" dirty="0"/>
              <a:t>Predicted Area mm</a:t>
            </a:r>
            <a:r>
              <a:rPr lang="en-US" sz="3600" baseline="30000" dirty="0"/>
              <a:t>2</a:t>
            </a:r>
          </a:p>
        </p:txBody>
      </p:sp>
      <p:sp>
        <p:nvSpPr>
          <p:cNvPr id="34" name="TextBox 33">
            <a:extLst>
              <a:ext uri="{FF2B5EF4-FFF2-40B4-BE49-F238E27FC236}">
                <a16:creationId xmlns:a16="http://schemas.microsoft.com/office/drawing/2014/main" id="{9408DBC6-3394-8119-3119-E43A8ECBFAEC}"/>
              </a:ext>
            </a:extLst>
          </p:cNvPr>
          <p:cNvSpPr txBox="1"/>
          <p:nvPr/>
        </p:nvSpPr>
        <p:spPr>
          <a:xfrm rot="16200000">
            <a:off x="35999427" y="14232666"/>
            <a:ext cx="4755049" cy="646331"/>
          </a:xfrm>
          <a:prstGeom prst="rect">
            <a:avLst/>
          </a:prstGeom>
          <a:noFill/>
        </p:spPr>
        <p:txBody>
          <a:bodyPr wrap="square" rtlCol="0">
            <a:spAutoFit/>
          </a:bodyPr>
          <a:lstStyle/>
          <a:p>
            <a:r>
              <a:rPr lang="en-US" sz="3600" dirty="0"/>
              <a:t>Predicted Area mm</a:t>
            </a:r>
            <a:r>
              <a:rPr lang="en-US" sz="3600" baseline="30000" dirty="0"/>
              <a:t>2</a:t>
            </a:r>
          </a:p>
        </p:txBody>
      </p:sp>
      <p:sp>
        <p:nvSpPr>
          <p:cNvPr id="35" name="TextBox 34">
            <a:extLst>
              <a:ext uri="{FF2B5EF4-FFF2-40B4-BE49-F238E27FC236}">
                <a16:creationId xmlns:a16="http://schemas.microsoft.com/office/drawing/2014/main" id="{AE861F03-89E0-40D5-8C06-21833540C263}"/>
              </a:ext>
            </a:extLst>
          </p:cNvPr>
          <p:cNvSpPr txBox="1"/>
          <p:nvPr/>
        </p:nvSpPr>
        <p:spPr>
          <a:xfrm>
            <a:off x="41184314" y="18049789"/>
            <a:ext cx="5413912" cy="646331"/>
          </a:xfrm>
          <a:prstGeom prst="rect">
            <a:avLst/>
          </a:prstGeom>
          <a:noFill/>
        </p:spPr>
        <p:txBody>
          <a:bodyPr wrap="square" rtlCol="0">
            <a:spAutoFit/>
          </a:bodyPr>
          <a:lstStyle/>
          <a:p>
            <a:r>
              <a:rPr lang="en-US" sz="3600" dirty="0"/>
              <a:t>Measured Area mm</a:t>
            </a:r>
            <a:r>
              <a:rPr lang="en-US" sz="3600" baseline="30000" dirty="0"/>
              <a:t>2</a:t>
            </a:r>
          </a:p>
        </p:txBody>
      </p:sp>
      <p:sp>
        <p:nvSpPr>
          <p:cNvPr id="36" name="TextBox 35">
            <a:extLst>
              <a:ext uri="{FF2B5EF4-FFF2-40B4-BE49-F238E27FC236}">
                <a16:creationId xmlns:a16="http://schemas.microsoft.com/office/drawing/2014/main" id="{370B8F3E-9DB9-5B54-24A6-D3508B62B42E}"/>
              </a:ext>
            </a:extLst>
          </p:cNvPr>
          <p:cNvSpPr txBox="1"/>
          <p:nvPr/>
        </p:nvSpPr>
        <p:spPr>
          <a:xfrm>
            <a:off x="40310650" y="25204267"/>
            <a:ext cx="4383124" cy="646331"/>
          </a:xfrm>
          <a:prstGeom prst="rect">
            <a:avLst/>
          </a:prstGeom>
          <a:noFill/>
        </p:spPr>
        <p:txBody>
          <a:bodyPr wrap="none" rtlCol="0">
            <a:spAutoFit/>
          </a:bodyPr>
          <a:lstStyle/>
          <a:p>
            <a:r>
              <a:rPr lang="en-US" sz="3600" dirty="0"/>
              <a:t>Measured Area mm</a:t>
            </a:r>
            <a:r>
              <a:rPr lang="en-US" sz="3600" baseline="30000" dirty="0"/>
              <a:t>2</a:t>
            </a:r>
          </a:p>
        </p:txBody>
      </p:sp>
      <p:sp>
        <p:nvSpPr>
          <p:cNvPr id="37" name="TextBox 36">
            <a:extLst>
              <a:ext uri="{FF2B5EF4-FFF2-40B4-BE49-F238E27FC236}">
                <a16:creationId xmlns:a16="http://schemas.microsoft.com/office/drawing/2014/main" id="{28684699-0920-1A30-520C-8E0755B25049}"/>
              </a:ext>
            </a:extLst>
          </p:cNvPr>
          <p:cNvSpPr txBox="1"/>
          <p:nvPr/>
        </p:nvSpPr>
        <p:spPr>
          <a:xfrm>
            <a:off x="37229572" y="26003071"/>
            <a:ext cx="13286811" cy="1200329"/>
          </a:xfrm>
          <a:prstGeom prst="rect">
            <a:avLst/>
          </a:prstGeom>
          <a:noFill/>
        </p:spPr>
        <p:txBody>
          <a:bodyPr wrap="square" rtlCol="0">
            <a:spAutoFit/>
          </a:bodyPr>
          <a:lstStyle/>
          <a:p>
            <a:r>
              <a:rPr lang="en-US" sz="3600" dirty="0"/>
              <a:t>Decreasing the training size causes the model to severely under preform at larger GA areas</a:t>
            </a:r>
            <a:endParaRPr lang="en-US" sz="3600" baseline="30000" dirty="0"/>
          </a:p>
        </p:txBody>
      </p:sp>
    </p:spTree>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3706813" rtl="0" eaLnBrk="1" fontAlgn="base" latinLnBrk="0" hangingPunct="1">
          <a:lnSpc>
            <a:spcPct val="100000"/>
          </a:lnSpc>
          <a:spcBef>
            <a:spcPct val="0"/>
          </a:spcBef>
          <a:spcAft>
            <a:spcPct val="0"/>
          </a:spcAft>
          <a:buClrTx/>
          <a:buSzTx/>
          <a:buFontTx/>
          <a:buNone/>
          <a:tabLst/>
          <a:defRPr kumimoji="0" lang="en-US" sz="73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3706813" rtl="0" eaLnBrk="1" fontAlgn="base" latinLnBrk="0" hangingPunct="1">
          <a:lnSpc>
            <a:spcPct val="100000"/>
          </a:lnSpc>
          <a:spcBef>
            <a:spcPct val="0"/>
          </a:spcBef>
          <a:spcAft>
            <a:spcPct val="0"/>
          </a:spcAft>
          <a:buClrTx/>
          <a:buSzTx/>
          <a:buFontTx/>
          <a:buNone/>
          <a:tabLst/>
          <a:defRPr kumimoji="0" lang="en-US" sz="73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F3549F3F2FC04484BB4177A5066129" ma:contentTypeVersion="9" ma:contentTypeDescription="Create a new document." ma:contentTypeScope="" ma:versionID="fe220976804a56877d6f98c9a565118c">
  <xsd:schema xmlns:xsd="http://www.w3.org/2001/XMLSchema" xmlns:xs="http://www.w3.org/2001/XMLSchema" xmlns:p="http://schemas.microsoft.com/office/2006/metadata/properties" xmlns:ns3="448e820a-5f97-49da-a4c3-dc1760ad9eac" xmlns:ns4="cdf41163-bfdb-4cac-8470-4896a771c732" targetNamespace="http://schemas.microsoft.com/office/2006/metadata/properties" ma:root="true" ma:fieldsID="d8426feef3ef8c7a68e3b19ba0ede35c" ns3:_="" ns4:_="">
    <xsd:import namespace="448e820a-5f97-49da-a4c3-dc1760ad9eac"/>
    <xsd:import namespace="cdf41163-bfdb-4cac-8470-4896a771c73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8e820a-5f97-49da-a4c3-dc1760ad9ea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df41163-bfdb-4cac-8470-4896a771c73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ABF4399-2743-43C1-846F-DB314D7D7912}">
  <ds:schemaRefs>
    <ds:schemaRef ds:uri="448e820a-5f97-49da-a4c3-dc1760ad9eac"/>
    <ds:schemaRef ds:uri="cdf41163-bfdb-4cac-8470-4896a771c73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8139335-45F5-4804-BEDB-6B63DC810D29}">
  <ds:schemaRefs>
    <ds:schemaRef ds:uri="http://schemas.microsoft.com/sharepoint/v3/contenttype/forms"/>
  </ds:schemaRefs>
</ds:datastoreItem>
</file>

<file path=customXml/itemProps3.xml><?xml version="1.0" encoding="utf-8"?>
<ds:datastoreItem xmlns:ds="http://schemas.openxmlformats.org/officeDocument/2006/customXml" ds:itemID="{84218307-62FB-4E68-A4CC-93ED4475F712}">
  <ds:schemaRefs>
    <ds:schemaRef ds:uri="448e820a-5f97-49da-a4c3-dc1760ad9eac"/>
    <ds:schemaRef ds:uri="cdf41163-bfdb-4cac-8470-4896a771c73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56732</TotalTime>
  <Words>884</Words>
  <Application>Microsoft Office PowerPoint</Application>
  <PresentationFormat>Custom</PresentationFormat>
  <Paragraphs>126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ＭＳ Ｐゴシック</vt:lpstr>
      <vt:lpstr>Arial</vt:lpstr>
      <vt:lpstr>Calibri</vt:lpstr>
      <vt:lpstr>Default Design</vt:lpstr>
      <vt:lpstr>PowerPoint Presentation</vt:lpstr>
    </vt:vector>
  </TitlesOfParts>
  <Company>FPRC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Susan Harris</dc:creator>
  <cp:lastModifiedBy>Robert Slater</cp:lastModifiedBy>
  <cp:revision>454</cp:revision>
  <dcterms:created xsi:type="dcterms:W3CDTF">2007-03-14T17:18:38Z</dcterms:created>
  <dcterms:modified xsi:type="dcterms:W3CDTF">2026-07-16T00:56:56Z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0x010100FDF3549F3F2FC04484BB4177A5066129</vt:lpwstr>
  </property>
</Properties>
</file>